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3" r:id="rId7"/>
    <p:sldId id="265" r:id="rId8"/>
    <p:sldId id="267" r:id="rId9"/>
    <p:sldId id="266" r:id="rId10"/>
    <p:sldId id="268" r:id="rId11"/>
    <p:sldId id="269"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2E8FEE-B2E3-434B-95F3-4CE1CED48032}" v="54" dt="2024-11-24T17:01:43.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14" autoAdjust="0"/>
    <p:restoredTop sz="94660"/>
  </p:normalViewPr>
  <p:slideViewPr>
    <p:cSldViewPr snapToGrid="0">
      <p:cViewPr varScale="1">
        <p:scale>
          <a:sx n="91" d="100"/>
          <a:sy n="91" d="100"/>
        </p:scale>
        <p:origin x="10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OI HONG LUE IVAN" userId="72bacae2-7144-492d-abea-cc5791aaa9df" providerId="ADAL" clId="{212E8FEE-B2E3-434B-95F3-4CE1CED48032}"/>
    <pc:docChg chg="undo custSel addSld delSld modSld">
      <pc:chgData name="OOI HONG LUE IVAN" userId="72bacae2-7144-492d-abea-cc5791aaa9df" providerId="ADAL" clId="{212E8FEE-B2E3-434B-95F3-4CE1CED48032}" dt="2024-11-24T17:10:43.520" v="1958" actId="20577"/>
      <pc:docMkLst>
        <pc:docMk/>
      </pc:docMkLst>
      <pc:sldChg chg="modSp">
        <pc:chgData name="OOI HONG LUE IVAN" userId="72bacae2-7144-492d-abea-cc5791aaa9df" providerId="ADAL" clId="{212E8FEE-B2E3-434B-95F3-4CE1CED48032}" dt="2024-11-24T08:54:05.308" v="2"/>
        <pc:sldMkLst>
          <pc:docMk/>
          <pc:sldMk cId="1638333697" sldId="256"/>
        </pc:sldMkLst>
        <pc:spChg chg="mod">
          <ac:chgData name="OOI HONG LUE IVAN" userId="72bacae2-7144-492d-abea-cc5791aaa9df" providerId="ADAL" clId="{212E8FEE-B2E3-434B-95F3-4CE1CED48032}" dt="2024-11-24T08:54:05.308" v="2"/>
          <ac:spMkLst>
            <pc:docMk/>
            <pc:sldMk cId="1638333697" sldId="256"/>
            <ac:spMk id="3" creationId="{97C2AB3F-62C9-974A-719B-84FF912DCBEB}"/>
          </ac:spMkLst>
        </pc:spChg>
      </pc:sldChg>
      <pc:sldChg chg="addSp delSp modSp mod">
        <pc:chgData name="OOI HONG LUE IVAN" userId="72bacae2-7144-492d-abea-cc5791aaa9df" providerId="ADAL" clId="{212E8FEE-B2E3-434B-95F3-4CE1CED48032}" dt="2024-11-24T10:14:30.717" v="68" actId="26606"/>
        <pc:sldMkLst>
          <pc:docMk/>
          <pc:sldMk cId="4107910746" sldId="258"/>
        </pc:sldMkLst>
        <pc:spChg chg="mod">
          <ac:chgData name="OOI HONG LUE IVAN" userId="72bacae2-7144-492d-abea-cc5791aaa9df" providerId="ADAL" clId="{212E8FEE-B2E3-434B-95F3-4CE1CED48032}" dt="2024-11-24T10:13:51.352" v="62" actId="20577"/>
          <ac:spMkLst>
            <pc:docMk/>
            <pc:sldMk cId="4107910746" sldId="258"/>
            <ac:spMk id="3" creationId="{F136673F-B38B-20A1-C33A-69AA419011FE}"/>
          </ac:spMkLst>
        </pc:spChg>
        <pc:spChg chg="del">
          <ac:chgData name="OOI HONG LUE IVAN" userId="72bacae2-7144-492d-abea-cc5791aaa9df" providerId="ADAL" clId="{212E8FEE-B2E3-434B-95F3-4CE1CED48032}" dt="2024-11-24T10:14:30.717" v="68" actId="26606"/>
          <ac:spMkLst>
            <pc:docMk/>
            <pc:sldMk cId="4107910746" sldId="258"/>
            <ac:spMk id="12" creationId="{B807C163-87AF-4BC4-ADE2-4E5EAFEEE8CE}"/>
          </ac:spMkLst>
        </pc:spChg>
        <pc:spChg chg="del">
          <ac:chgData name="OOI HONG LUE IVAN" userId="72bacae2-7144-492d-abea-cc5791aaa9df" providerId="ADAL" clId="{212E8FEE-B2E3-434B-95F3-4CE1CED48032}" dt="2024-11-24T10:14:30.717" v="68" actId="26606"/>
          <ac:spMkLst>
            <pc:docMk/>
            <pc:sldMk cId="4107910746" sldId="258"/>
            <ac:spMk id="26" creationId="{19C03209-5BD8-4B0B-847E-430FFF592586}"/>
          </ac:spMkLst>
        </pc:spChg>
        <pc:spChg chg="add">
          <ac:chgData name="OOI HONG LUE IVAN" userId="72bacae2-7144-492d-abea-cc5791aaa9df" providerId="ADAL" clId="{212E8FEE-B2E3-434B-95F3-4CE1CED48032}" dt="2024-11-24T10:14:30.717" v="68" actId="26606"/>
          <ac:spMkLst>
            <pc:docMk/>
            <pc:sldMk cId="4107910746" sldId="258"/>
            <ac:spMk id="31" creationId="{B807C163-87AF-4BC4-ADE2-4E5EAFEEE8CE}"/>
          </ac:spMkLst>
        </pc:spChg>
        <pc:spChg chg="add">
          <ac:chgData name="OOI HONG LUE IVAN" userId="72bacae2-7144-492d-abea-cc5791aaa9df" providerId="ADAL" clId="{212E8FEE-B2E3-434B-95F3-4CE1CED48032}" dt="2024-11-24T10:14:30.717" v="68" actId="26606"/>
          <ac:spMkLst>
            <pc:docMk/>
            <pc:sldMk cId="4107910746" sldId="258"/>
            <ac:spMk id="45" creationId="{19C03209-5BD8-4B0B-847E-430FFF592586}"/>
          </ac:spMkLst>
        </pc:spChg>
        <pc:grpChg chg="del">
          <ac:chgData name="OOI HONG LUE IVAN" userId="72bacae2-7144-492d-abea-cc5791aaa9df" providerId="ADAL" clId="{212E8FEE-B2E3-434B-95F3-4CE1CED48032}" dt="2024-11-24T10:14:30.717" v="68" actId="26606"/>
          <ac:grpSpMkLst>
            <pc:docMk/>
            <pc:sldMk cId="4107910746" sldId="258"/>
            <ac:grpSpMk id="14" creationId="{3F696E8E-5A50-4F12-9E0B-502F85061599}"/>
          </ac:grpSpMkLst>
        </pc:grpChg>
        <pc:grpChg chg="add">
          <ac:chgData name="OOI HONG LUE IVAN" userId="72bacae2-7144-492d-abea-cc5791aaa9df" providerId="ADAL" clId="{212E8FEE-B2E3-434B-95F3-4CE1CED48032}" dt="2024-11-24T10:14:30.717" v="68" actId="26606"/>
          <ac:grpSpMkLst>
            <pc:docMk/>
            <pc:sldMk cId="4107910746" sldId="258"/>
            <ac:grpSpMk id="33" creationId="{3F696E8E-5A50-4F12-9E0B-502F85061599}"/>
          </ac:grpSpMkLst>
        </pc:grpChg>
        <pc:picChg chg="add mod">
          <ac:chgData name="OOI HONG LUE IVAN" userId="72bacae2-7144-492d-abea-cc5791aaa9df" providerId="ADAL" clId="{212E8FEE-B2E3-434B-95F3-4CE1CED48032}" dt="2024-11-24T10:14:30.717" v="68" actId="26606"/>
          <ac:picMkLst>
            <pc:docMk/>
            <pc:sldMk cId="4107910746" sldId="258"/>
            <ac:picMk id="5" creationId="{F0AB6882-B661-8F78-2D59-E3BCCFC39072}"/>
          </ac:picMkLst>
        </pc:picChg>
        <pc:picChg chg="del">
          <ac:chgData name="OOI HONG LUE IVAN" userId="72bacae2-7144-492d-abea-cc5791aaa9df" providerId="ADAL" clId="{212E8FEE-B2E3-434B-95F3-4CE1CED48032}" dt="2024-11-24T10:13:56.554" v="63" actId="478"/>
          <ac:picMkLst>
            <pc:docMk/>
            <pc:sldMk cId="4107910746" sldId="258"/>
            <ac:picMk id="7" creationId="{A753D3A9-648C-3D64-0FFF-0645B158CAC6}"/>
          </ac:picMkLst>
        </pc:picChg>
      </pc:sldChg>
      <pc:sldChg chg="addSp delSp modSp mod setBg">
        <pc:chgData name="OOI HONG LUE IVAN" userId="72bacae2-7144-492d-abea-cc5791aaa9df" providerId="ADAL" clId="{212E8FEE-B2E3-434B-95F3-4CE1CED48032}" dt="2024-11-24T16:56:14.483" v="1337" actId="20577"/>
        <pc:sldMkLst>
          <pc:docMk/>
          <pc:sldMk cId="3194977650" sldId="259"/>
        </pc:sldMkLst>
        <pc:spChg chg="mod">
          <ac:chgData name="OOI HONG LUE IVAN" userId="72bacae2-7144-492d-abea-cc5791aaa9df" providerId="ADAL" clId="{212E8FEE-B2E3-434B-95F3-4CE1CED48032}" dt="2024-11-24T10:36:39.240" v="182" actId="26606"/>
          <ac:spMkLst>
            <pc:docMk/>
            <pc:sldMk cId="3194977650" sldId="259"/>
            <ac:spMk id="2" creationId="{20A2C679-D14E-001B-817A-353D46FAE824}"/>
          </ac:spMkLst>
        </pc:spChg>
        <pc:spChg chg="mod">
          <ac:chgData name="OOI HONG LUE IVAN" userId="72bacae2-7144-492d-abea-cc5791aaa9df" providerId="ADAL" clId="{212E8FEE-B2E3-434B-95F3-4CE1CED48032}" dt="2024-11-24T16:56:14.483" v="1337" actId="20577"/>
          <ac:spMkLst>
            <pc:docMk/>
            <pc:sldMk cId="3194977650" sldId="259"/>
            <ac:spMk id="3" creationId="{310A6F5B-B0EC-6F69-9995-2AB1D1FC2108}"/>
          </ac:spMkLst>
        </pc:spChg>
        <pc:spChg chg="add">
          <ac:chgData name="OOI HONG LUE IVAN" userId="72bacae2-7144-492d-abea-cc5791aaa9df" providerId="ADAL" clId="{212E8FEE-B2E3-434B-95F3-4CE1CED48032}" dt="2024-11-24T10:36:39.240" v="182" actId="26606"/>
          <ac:spMkLst>
            <pc:docMk/>
            <pc:sldMk cId="3194977650" sldId="259"/>
            <ac:spMk id="11" creationId="{81C8C0F4-5C44-4C3F-B321-5CB3E2BABC2C}"/>
          </ac:spMkLst>
        </pc:spChg>
        <pc:spChg chg="add">
          <ac:chgData name="OOI HONG LUE IVAN" userId="72bacae2-7144-492d-abea-cc5791aaa9df" providerId="ADAL" clId="{212E8FEE-B2E3-434B-95F3-4CE1CED48032}" dt="2024-11-24T10:36:39.240" v="182" actId="26606"/>
          <ac:spMkLst>
            <pc:docMk/>
            <pc:sldMk cId="3194977650" sldId="259"/>
            <ac:spMk id="18" creationId="{837F2C8F-CC11-4A18-AA7E-AE8C022CDCC8}"/>
          </ac:spMkLst>
        </pc:spChg>
        <pc:grpChg chg="add">
          <ac:chgData name="OOI HONG LUE IVAN" userId="72bacae2-7144-492d-abea-cc5791aaa9df" providerId="ADAL" clId="{212E8FEE-B2E3-434B-95F3-4CE1CED48032}" dt="2024-11-24T10:36:39.240" v="182" actId="26606"/>
          <ac:grpSpMkLst>
            <pc:docMk/>
            <pc:sldMk cId="3194977650" sldId="259"/>
            <ac:grpSpMk id="13" creationId="{987A62DB-71D7-497D-BE1C-933ECB515A68}"/>
          </ac:grpSpMkLst>
        </pc:grpChg>
        <pc:picChg chg="del">
          <ac:chgData name="OOI HONG LUE IVAN" userId="72bacae2-7144-492d-abea-cc5791aaa9df" providerId="ADAL" clId="{212E8FEE-B2E3-434B-95F3-4CE1CED48032}" dt="2024-11-24T10:34:55.408" v="104" actId="478"/>
          <ac:picMkLst>
            <pc:docMk/>
            <pc:sldMk cId="3194977650" sldId="259"/>
            <ac:picMk id="5" creationId="{7C19E27B-4540-A6F7-E6FF-D78C825190F3}"/>
          </ac:picMkLst>
        </pc:picChg>
        <pc:picChg chg="add mod">
          <ac:chgData name="OOI HONG LUE IVAN" userId="72bacae2-7144-492d-abea-cc5791aaa9df" providerId="ADAL" clId="{212E8FEE-B2E3-434B-95F3-4CE1CED48032}" dt="2024-11-24T10:36:39.240" v="182" actId="26606"/>
          <ac:picMkLst>
            <pc:docMk/>
            <pc:sldMk cId="3194977650" sldId="259"/>
            <ac:picMk id="6" creationId="{50F524B5-5D27-454D-9C94-3964700E1146}"/>
          </ac:picMkLst>
        </pc:picChg>
      </pc:sldChg>
      <pc:sldChg chg="addSp delSp modSp mod">
        <pc:chgData name="OOI HONG LUE IVAN" userId="72bacae2-7144-492d-abea-cc5791aaa9df" providerId="ADAL" clId="{212E8FEE-B2E3-434B-95F3-4CE1CED48032}" dt="2024-11-24T16:55:17.267" v="1275" actId="26606"/>
        <pc:sldMkLst>
          <pc:docMk/>
          <pc:sldMk cId="3159538790" sldId="260"/>
        </pc:sldMkLst>
        <pc:spChg chg="mod">
          <ac:chgData name="OOI HONG LUE IVAN" userId="72bacae2-7144-492d-abea-cc5791aaa9df" providerId="ADAL" clId="{212E8FEE-B2E3-434B-95F3-4CE1CED48032}" dt="2024-11-24T11:42:58.726" v="258" actId="26606"/>
          <ac:spMkLst>
            <pc:docMk/>
            <pc:sldMk cId="3159538790" sldId="260"/>
            <ac:spMk id="2" creationId="{7F8AA470-3B9F-A0F5-7661-7CB5300D685A}"/>
          </ac:spMkLst>
        </pc:spChg>
        <pc:spChg chg="mod">
          <ac:chgData name="OOI HONG LUE IVAN" userId="72bacae2-7144-492d-abea-cc5791aaa9df" providerId="ADAL" clId="{212E8FEE-B2E3-434B-95F3-4CE1CED48032}" dt="2024-11-24T11:43:48.361" v="377" actId="20577"/>
          <ac:spMkLst>
            <pc:docMk/>
            <pc:sldMk cId="3159538790" sldId="260"/>
            <ac:spMk id="3" creationId="{5882E4C9-6EC2-638D-F21F-2EC2176230F0}"/>
          </ac:spMkLst>
        </pc:spChg>
        <pc:spChg chg="del">
          <ac:chgData name="OOI HONG LUE IVAN" userId="72bacae2-7144-492d-abea-cc5791aaa9df" providerId="ADAL" clId="{212E8FEE-B2E3-434B-95F3-4CE1CED48032}" dt="2024-11-24T11:42:58.726" v="258" actId="26606"/>
          <ac:spMkLst>
            <pc:docMk/>
            <pc:sldMk cId="3159538790" sldId="260"/>
            <ac:spMk id="10" creationId="{81C8C0F4-5C44-4C3F-B321-5CB3E2BABC2C}"/>
          </ac:spMkLst>
        </pc:spChg>
        <pc:spChg chg="del">
          <ac:chgData name="OOI HONG LUE IVAN" userId="72bacae2-7144-492d-abea-cc5791aaa9df" providerId="ADAL" clId="{212E8FEE-B2E3-434B-95F3-4CE1CED48032}" dt="2024-11-24T11:42:58.726" v="258" actId="26606"/>
          <ac:spMkLst>
            <pc:docMk/>
            <pc:sldMk cId="3159538790" sldId="260"/>
            <ac:spMk id="17" creationId="{837F2C8F-CC11-4A18-AA7E-AE8C022CDCC8}"/>
          </ac:spMkLst>
        </pc:spChg>
        <pc:spChg chg="add del">
          <ac:chgData name="OOI HONG LUE IVAN" userId="72bacae2-7144-492d-abea-cc5791aaa9df" providerId="ADAL" clId="{212E8FEE-B2E3-434B-95F3-4CE1CED48032}" dt="2024-11-24T16:55:17.267" v="1275" actId="26606"/>
          <ac:spMkLst>
            <pc:docMk/>
            <pc:sldMk cId="3159538790" sldId="260"/>
            <ac:spMk id="22" creationId="{B807C163-87AF-4BC4-ADE2-4E5EAFEEE8CE}"/>
          </ac:spMkLst>
        </pc:spChg>
        <pc:spChg chg="add del">
          <ac:chgData name="OOI HONG LUE IVAN" userId="72bacae2-7144-492d-abea-cc5791aaa9df" providerId="ADAL" clId="{212E8FEE-B2E3-434B-95F3-4CE1CED48032}" dt="2024-11-24T16:55:17.267" v="1275" actId="26606"/>
          <ac:spMkLst>
            <pc:docMk/>
            <pc:sldMk cId="3159538790" sldId="260"/>
            <ac:spMk id="36" creationId="{19C03209-5BD8-4B0B-847E-430FFF592586}"/>
          </ac:spMkLst>
        </pc:spChg>
        <pc:spChg chg="add">
          <ac:chgData name="OOI HONG LUE IVAN" userId="72bacae2-7144-492d-abea-cc5791aaa9df" providerId="ADAL" clId="{212E8FEE-B2E3-434B-95F3-4CE1CED48032}" dt="2024-11-24T16:55:17.267" v="1275" actId="26606"/>
          <ac:spMkLst>
            <pc:docMk/>
            <pc:sldMk cId="3159538790" sldId="260"/>
            <ac:spMk id="41" creationId="{B807C163-87AF-4BC4-ADE2-4E5EAFEEE8CE}"/>
          </ac:spMkLst>
        </pc:spChg>
        <pc:spChg chg="add">
          <ac:chgData name="OOI HONG LUE IVAN" userId="72bacae2-7144-492d-abea-cc5791aaa9df" providerId="ADAL" clId="{212E8FEE-B2E3-434B-95F3-4CE1CED48032}" dt="2024-11-24T16:55:17.267" v="1275" actId="26606"/>
          <ac:spMkLst>
            <pc:docMk/>
            <pc:sldMk cId="3159538790" sldId="260"/>
            <ac:spMk id="55" creationId="{19C03209-5BD8-4B0B-847E-430FFF592586}"/>
          </ac:spMkLst>
        </pc:spChg>
        <pc:grpChg chg="del">
          <ac:chgData name="OOI HONG LUE IVAN" userId="72bacae2-7144-492d-abea-cc5791aaa9df" providerId="ADAL" clId="{212E8FEE-B2E3-434B-95F3-4CE1CED48032}" dt="2024-11-24T11:42:58.726" v="258" actId="26606"/>
          <ac:grpSpMkLst>
            <pc:docMk/>
            <pc:sldMk cId="3159538790" sldId="260"/>
            <ac:grpSpMk id="12" creationId="{987A62DB-71D7-497D-BE1C-933ECB515A68}"/>
          </ac:grpSpMkLst>
        </pc:grpChg>
        <pc:grpChg chg="add del">
          <ac:chgData name="OOI HONG LUE IVAN" userId="72bacae2-7144-492d-abea-cc5791aaa9df" providerId="ADAL" clId="{212E8FEE-B2E3-434B-95F3-4CE1CED48032}" dt="2024-11-24T16:55:17.267" v="1275" actId="26606"/>
          <ac:grpSpMkLst>
            <pc:docMk/>
            <pc:sldMk cId="3159538790" sldId="260"/>
            <ac:grpSpMk id="24" creationId="{3F696E8E-5A50-4F12-9E0B-502F85061599}"/>
          </ac:grpSpMkLst>
        </pc:grpChg>
        <pc:grpChg chg="add">
          <ac:chgData name="OOI HONG LUE IVAN" userId="72bacae2-7144-492d-abea-cc5791aaa9df" providerId="ADAL" clId="{212E8FEE-B2E3-434B-95F3-4CE1CED48032}" dt="2024-11-24T16:55:17.267" v="1275" actId="26606"/>
          <ac:grpSpMkLst>
            <pc:docMk/>
            <pc:sldMk cId="3159538790" sldId="260"/>
            <ac:grpSpMk id="43" creationId="{3F696E8E-5A50-4F12-9E0B-502F85061599}"/>
          </ac:grpSpMkLst>
        </pc:grpChg>
        <pc:picChg chg="del">
          <ac:chgData name="OOI HONG LUE IVAN" userId="72bacae2-7144-492d-abea-cc5791aaa9df" providerId="ADAL" clId="{212E8FEE-B2E3-434B-95F3-4CE1CED48032}" dt="2024-11-24T11:41:30.200" v="240" actId="478"/>
          <ac:picMkLst>
            <pc:docMk/>
            <pc:sldMk cId="3159538790" sldId="260"/>
            <ac:picMk id="5" creationId="{07B25A36-F156-8CF5-CEC5-8022F7E38B5B}"/>
          </ac:picMkLst>
        </pc:picChg>
        <pc:picChg chg="add del mod">
          <ac:chgData name="OOI HONG LUE IVAN" userId="72bacae2-7144-492d-abea-cc5791aaa9df" providerId="ADAL" clId="{212E8FEE-B2E3-434B-95F3-4CE1CED48032}" dt="2024-11-24T16:54:36.080" v="1271" actId="478"/>
          <ac:picMkLst>
            <pc:docMk/>
            <pc:sldMk cId="3159538790" sldId="260"/>
            <ac:picMk id="6" creationId="{A33A91D2-CA7E-4D9D-B410-392C62025843}"/>
          </ac:picMkLst>
        </pc:picChg>
        <pc:picChg chg="add mod ord">
          <ac:chgData name="OOI HONG LUE IVAN" userId="72bacae2-7144-492d-abea-cc5791aaa9df" providerId="ADAL" clId="{212E8FEE-B2E3-434B-95F3-4CE1CED48032}" dt="2024-11-24T16:55:17.267" v="1275" actId="26606"/>
          <ac:picMkLst>
            <pc:docMk/>
            <pc:sldMk cId="3159538790" sldId="260"/>
            <ac:picMk id="8" creationId="{070415E5-9527-796B-5094-01E65D8886A7}"/>
          </ac:picMkLst>
        </pc:picChg>
        <pc:picChg chg="add mod">
          <ac:chgData name="OOI HONG LUE IVAN" userId="72bacae2-7144-492d-abea-cc5791aaa9df" providerId="ADAL" clId="{212E8FEE-B2E3-434B-95F3-4CE1CED48032}" dt="2024-11-24T16:55:17.267" v="1275" actId="26606"/>
          <ac:picMkLst>
            <pc:docMk/>
            <pc:sldMk cId="3159538790" sldId="260"/>
            <ac:picMk id="11" creationId="{2952CE83-E49D-73CC-9A9D-AFA6EBA5BF96}"/>
          </ac:picMkLst>
        </pc:picChg>
      </pc:sldChg>
      <pc:sldChg chg="addSp delSp modSp mod">
        <pc:chgData name="OOI HONG LUE IVAN" userId="72bacae2-7144-492d-abea-cc5791aaa9df" providerId="ADAL" clId="{212E8FEE-B2E3-434B-95F3-4CE1CED48032}" dt="2024-11-24T14:59:59.703" v="707" actId="26606"/>
        <pc:sldMkLst>
          <pc:docMk/>
          <pc:sldMk cId="1134311841" sldId="261"/>
        </pc:sldMkLst>
        <pc:spChg chg="mod">
          <ac:chgData name="OOI HONG LUE IVAN" userId="72bacae2-7144-492d-abea-cc5791aaa9df" providerId="ADAL" clId="{212E8FEE-B2E3-434B-95F3-4CE1CED48032}" dt="2024-11-24T14:59:59.703" v="707" actId="26606"/>
          <ac:spMkLst>
            <pc:docMk/>
            <pc:sldMk cId="1134311841" sldId="261"/>
            <ac:spMk id="2" creationId="{2450E02C-3AA4-A2B5-2FCB-31192A0634B6}"/>
          </ac:spMkLst>
        </pc:spChg>
        <pc:spChg chg="del">
          <ac:chgData name="OOI HONG LUE IVAN" userId="72bacae2-7144-492d-abea-cc5791aaa9df" providerId="ADAL" clId="{212E8FEE-B2E3-434B-95F3-4CE1CED48032}" dt="2024-11-24T14:59:59.703" v="707" actId="26606"/>
          <ac:spMkLst>
            <pc:docMk/>
            <pc:sldMk cId="1134311841" sldId="261"/>
            <ac:spMk id="1049" creationId="{6DC8E2D9-6729-4614-8667-C1016D3182E4}"/>
          </ac:spMkLst>
        </pc:spChg>
        <pc:spChg chg="del">
          <ac:chgData name="OOI HONG LUE IVAN" userId="72bacae2-7144-492d-abea-cc5791aaa9df" providerId="ADAL" clId="{212E8FEE-B2E3-434B-95F3-4CE1CED48032}" dt="2024-11-24T14:59:59.703" v="707" actId="26606"/>
          <ac:spMkLst>
            <pc:docMk/>
            <pc:sldMk cId="1134311841" sldId="261"/>
            <ac:spMk id="1051" creationId="{EB9B5A19-3592-48E2-BC31-90E092BD68E1}"/>
          </ac:spMkLst>
        </pc:spChg>
        <pc:spChg chg="del">
          <ac:chgData name="OOI HONG LUE IVAN" userId="72bacae2-7144-492d-abea-cc5791aaa9df" providerId="ADAL" clId="{212E8FEE-B2E3-434B-95F3-4CE1CED48032}" dt="2024-11-24T14:59:59.703" v="707" actId="26606"/>
          <ac:spMkLst>
            <pc:docMk/>
            <pc:sldMk cId="1134311841" sldId="261"/>
            <ac:spMk id="1065" creationId="{DD99E1B6-CBC4-4306-9DFC-847D6D135208}"/>
          </ac:spMkLst>
        </pc:spChg>
        <pc:spChg chg="add">
          <ac:chgData name="OOI HONG LUE IVAN" userId="72bacae2-7144-492d-abea-cc5791aaa9df" providerId="ADAL" clId="{212E8FEE-B2E3-434B-95F3-4CE1CED48032}" dt="2024-11-24T14:59:59.703" v="707" actId="26606"/>
          <ac:spMkLst>
            <pc:docMk/>
            <pc:sldMk cId="1134311841" sldId="261"/>
            <ac:spMk id="1082" creationId="{6DC8E2D9-6729-4614-8667-C1016D3182E4}"/>
          </ac:spMkLst>
        </pc:spChg>
        <pc:spChg chg="add">
          <ac:chgData name="OOI HONG LUE IVAN" userId="72bacae2-7144-492d-abea-cc5791aaa9df" providerId="ADAL" clId="{212E8FEE-B2E3-434B-95F3-4CE1CED48032}" dt="2024-11-24T14:59:59.703" v="707" actId="26606"/>
          <ac:spMkLst>
            <pc:docMk/>
            <pc:sldMk cId="1134311841" sldId="261"/>
            <ac:spMk id="1084" creationId="{9B9AACA9-BD92-429F-8047-0731DB46F99F}"/>
          </ac:spMkLst>
        </pc:spChg>
        <pc:grpChg chg="del">
          <ac:chgData name="OOI HONG LUE IVAN" userId="72bacae2-7144-492d-abea-cc5791aaa9df" providerId="ADAL" clId="{212E8FEE-B2E3-434B-95F3-4CE1CED48032}" dt="2024-11-24T14:59:59.703" v="707" actId="26606"/>
          <ac:grpSpMkLst>
            <pc:docMk/>
            <pc:sldMk cId="1134311841" sldId="261"/>
            <ac:grpSpMk id="1037" creationId="{BF4E480B-94D6-46F9-A2B6-B98D311FDC19}"/>
          </ac:grpSpMkLst>
        </pc:grpChg>
        <pc:grpChg chg="del">
          <ac:chgData name="OOI HONG LUE IVAN" userId="72bacae2-7144-492d-abea-cc5791aaa9df" providerId="ADAL" clId="{212E8FEE-B2E3-434B-95F3-4CE1CED48032}" dt="2024-11-24T14:59:59.703" v="707" actId="26606"/>
          <ac:grpSpMkLst>
            <pc:docMk/>
            <pc:sldMk cId="1134311841" sldId="261"/>
            <ac:grpSpMk id="1053" creationId="{E2548C40-4C00-4E91-BFA6-84B4D66225A4}"/>
          </ac:grpSpMkLst>
        </pc:grpChg>
        <pc:grpChg chg="add">
          <ac:chgData name="OOI HONG LUE IVAN" userId="72bacae2-7144-492d-abea-cc5791aaa9df" providerId="ADAL" clId="{212E8FEE-B2E3-434B-95F3-4CE1CED48032}" dt="2024-11-24T14:59:59.703" v="707" actId="26606"/>
          <ac:grpSpMkLst>
            <pc:docMk/>
            <pc:sldMk cId="1134311841" sldId="261"/>
            <ac:grpSpMk id="1070" creationId="{BF4E480B-94D6-46F9-A2B6-B98D311FDC19}"/>
          </ac:grpSpMkLst>
        </pc:grpChg>
        <pc:picChg chg="add mod">
          <ac:chgData name="OOI HONG LUE IVAN" userId="72bacae2-7144-492d-abea-cc5791aaa9df" providerId="ADAL" clId="{212E8FEE-B2E3-434B-95F3-4CE1CED48032}" dt="2024-11-24T14:59:59.703" v="707" actId="26606"/>
          <ac:picMkLst>
            <pc:docMk/>
            <pc:sldMk cId="1134311841" sldId="261"/>
            <ac:picMk id="3" creationId="{647E97C9-30FE-A38A-7642-5F3C83124957}"/>
          </ac:picMkLst>
        </pc:picChg>
        <pc:picChg chg="del">
          <ac:chgData name="OOI HONG LUE IVAN" userId="72bacae2-7144-492d-abea-cc5791aaa9df" providerId="ADAL" clId="{212E8FEE-B2E3-434B-95F3-4CE1CED48032}" dt="2024-11-24T10:37:05.521" v="186" actId="478"/>
          <ac:picMkLst>
            <pc:docMk/>
            <pc:sldMk cId="1134311841" sldId="261"/>
            <ac:picMk id="8" creationId="{B557FB5A-48DA-981C-FF24-AFC23093EA2F}"/>
          </ac:picMkLst>
        </pc:picChg>
        <pc:picChg chg="del">
          <ac:chgData name="OOI HONG LUE IVAN" userId="72bacae2-7144-492d-abea-cc5791aaa9df" providerId="ADAL" clId="{212E8FEE-B2E3-434B-95F3-4CE1CED48032}" dt="2024-11-24T10:37:03.609" v="183" actId="478"/>
          <ac:picMkLst>
            <pc:docMk/>
            <pc:sldMk cId="1134311841" sldId="261"/>
            <ac:picMk id="1026" creationId="{2C45B3CA-0B2F-B985-80F5-75CA3CB2F425}"/>
          </ac:picMkLst>
        </pc:picChg>
        <pc:picChg chg="add mod">
          <ac:chgData name="OOI HONG LUE IVAN" userId="72bacae2-7144-492d-abea-cc5791aaa9df" providerId="ADAL" clId="{212E8FEE-B2E3-434B-95F3-4CE1CED48032}" dt="2024-11-24T14:59:59.703" v="707" actId="26606"/>
          <ac:picMkLst>
            <pc:docMk/>
            <pc:sldMk cId="1134311841" sldId="261"/>
            <ac:picMk id="1028" creationId="{DD1081D1-9C5A-2B49-8951-4D71124A1AAA}"/>
          </ac:picMkLst>
        </pc:picChg>
        <pc:picChg chg="add mod ord">
          <ac:chgData name="OOI HONG LUE IVAN" userId="72bacae2-7144-492d-abea-cc5791aaa9df" providerId="ADAL" clId="{212E8FEE-B2E3-434B-95F3-4CE1CED48032}" dt="2024-11-24T14:59:59.703" v="707" actId="26606"/>
          <ac:picMkLst>
            <pc:docMk/>
            <pc:sldMk cId="1134311841" sldId="261"/>
            <ac:picMk id="1030" creationId="{15B49B5F-4B71-5697-7894-A89A21FC1AD5}"/>
          </ac:picMkLst>
        </pc:picChg>
        <pc:picChg chg="del">
          <ac:chgData name="OOI HONG LUE IVAN" userId="72bacae2-7144-492d-abea-cc5791aaa9df" providerId="ADAL" clId="{212E8FEE-B2E3-434B-95F3-4CE1CED48032}" dt="2024-11-24T10:37:04.071" v="184" actId="478"/>
          <ac:picMkLst>
            <pc:docMk/>
            <pc:sldMk cId="1134311841" sldId="261"/>
            <ac:picMk id="1034" creationId="{B2F3541F-3303-B758-3CAB-5D4E7127368B}"/>
          </ac:picMkLst>
        </pc:picChg>
        <pc:picChg chg="del">
          <ac:chgData name="OOI HONG LUE IVAN" userId="72bacae2-7144-492d-abea-cc5791aaa9df" providerId="ADAL" clId="{212E8FEE-B2E3-434B-95F3-4CE1CED48032}" dt="2024-11-24T10:37:04.951" v="185" actId="478"/>
          <ac:picMkLst>
            <pc:docMk/>
            <pc:sldMk cId="1134311841" sldId="261"/>
            <ac:picMk id="1036" creationId="{9DDC6284-6F68-CBEE-8532-1E33E17815B4}"/>
          </ac:picMkLst>
        </pc:picChg>
      </pc:sldChg>
      <pc:sldChg chg="del">
        <pc:chgData name="OOI HONG LUE IVAN" userId="72bacae2-7144-492d-abea-cc5791aaa9df" providerId="ADAL" clId="{212E8FEE-B2E3-434B-95F3-4CE1CED48032}" dt="2024-11-24T11:44:09.753" v="378" actId="47"/>
        <pc:sldMkLst>
          <pc:docMk/>
          <pc:sldMk cId="2396596973" sldId="262"/>
        </pc:sldMkLst>
      </pc:sldChg>
      <pc:sldChg chg="addSp delSp modSp mod">
        <pc:chgData name="OOI HONG LUE IVAN" userId="72bacae2-7144-492d-abea-cc5791aaa9df" providerId="ADAL" clId="{212E8FEE-B2E3-434B-95F3-4CE1CED48032}" dt="2024-11-24T15:01:25.920" v="717" actId="255"/>
        <pc:sldMkLst>
          <pc:docMk/>
          <pc:sldMk cId="1612494990" sldId="263"/>
        </pc:sldMkLst>
        <pc:spChg chg="mod">
          <ac:chgData name="OOI HONG LUE IVAN" userId="72bacae2-7144-492d-abea-cc5791aaa9df" providerId="ADAL" clId="{212E8FEE-B2E3-434B-95F3-4CE1CED48032}" dt="2024-11-24T11:59:32.489" v="670" actId="26606"/>
          <ac:spMkLst>
            <pc:docMk/>
            <pc:sldMk cId="1612494990" sldId="263"/>
            <ac:spMk id="2" creationId="{CD191208-1DF0-78A7-0353-B0564C7E0116}"/>
          </ac:spMkLst>
        </pc:spChg>
        <pc:spChg chg="mod ord">
          <ac:chgData name="OOI HONG LUE IVAN" userId="72bacae2-7144-492d-abea-cc5791aaa9df" providerId="ADAL" clId="{212E8FEE-B2E3-434B-95F3-4CE1CED48032}" dt="2024-11-24T15:01:25.920" v="717" actId="255"/>
          <ac:spMkLst>
            <pc:docMk/>
            <pc:sldMk cId="1612494990" sldId="263"/>
            <ac:spMk id="3" creationId="{1C245B8C-319A-BA7C-DFAB-26B5D36AB8AB}"/>
          </ac:spMkLst>
        </pc:spChg>
        <pc:spChg chg="add">
          <ac:chgData name="OOI HONG LUE IVAN" userId="72bacae2-7144-492d-abea-cc5791aaa9df" providerId="ADAL" clId="{212E8FEE-B2E3-434B-95F3-4CE1CED48032}" dt="2024-11-24T11:56:57.850" v="635"/>
          <ac:spMkLst>
            <pc:docMk/>
            <pc:sldMk cId="1612494990" sldId="263"/>
            <ac:spMk id="4" creationId="{21D44B02-ABFA-F54B-1C51-7EC7A009BC52}"/>
          </ac:spMkLst>
        </pc:spChg>
        <pc:spChg chg="add mod">
          <ac:chgData name="OOI HONG LUE IVAN" userId="72bacae2-7144-492d-abea-cc5791aaa9df" providerId="ADAL" clId="{212E8FEE-B2E3-434B-95F3-4CE1CED48032}" dt="2024-11-24T11:57:04.607" v="637"/>
          <ac:spMkLst>
            <pc:docMk/>
            <pc:sldMk cId="1612494990" sldId="263"/>
            <ac:spMk id="5" creationId="{583B38BD-DC74-4958-C706-6356DF36064A}"/>
          </ac:spMkLst>
        </pc:spChg>
        <pc:spChg chg="add del mod">
          <ac:chgData name="OOI HONG LUE IVAN" userId="72bacae2-7144-492d-abea-cc5791aaa9df" providerId="ADAL" clId="{212E8FEE-B2E3-434B-95F3-4CE1CED48032}" dt="2024-11-24T11:57:39.567" v="649"/>
          <ac:spMkLst>
            <pc:docMk/>
            <pc:sldMk cId="1612494990" sldId="263"/>
            <ac:spMk id="6" creationId="{0D6CCDF5-1ADE-F1F6-ABC4-23F055480852}"/>
          </ac:spMkLst>
        </pc:spChg>
        <pc:spChg chg="del">
          <ac:chgData name="OOI HONG LUE IVAN" userId="72bacae2-7144-492d-abea-cc5791aaa9df" providerId="ADAL" clId="{212E8FEE-B2E3-434B-95F3-4CE1CED48032}" dt="2024-11-24T11:59:32.489" v="670" actId="26606"/>
          <ac:spMkLst>
            <pc:docMk/>
            <pc:sldMk cId="1612494990" sldId="263"/>
            <ac:spMk id="29" creationId="{7D2FD795-8DF5-44F0-8664-4D8F626DD85A}"/>
          </ac:spMkLst>
        </pc:spChg>
        <pc:spChg chg="del">
          <ac:chgData name="OOI HONG LUE IVAN" userId="72bacae2-7144-492d-abea-cc5791aaa9df" providerId="ADAL" clId="{212E8FEE-B2E3-434B-95F3-4CE1CED48032}" dt="2024-11-24T11:59:32.489" v="670" actId="26606"/>
          <ac:spMkLst>
            <pc:docMk/>
            <pc:sldMk cId="1612494990" sldId="263"/>
            <ac:spMk id="43" creationId="{9D8267F7-1115-4F9A-BEF5-BB6664BCF0DB}"/>
          </ac:spMkLst>
        </pc:spChg>
        <pc:spChg chg="add del">
          <ac:chgData name="OOI HONG LUE IVAN" userId="72bacae2-7144-492d-abea-cc5791aaa9df" providerId="ADAL" clId="{212E8FEE-B2E3-434B-95F3-4CE1CED48032}" dt="2024-11-24T12:00:28.725" v="675" actId="26606"/>
          <ac:spMkLst>
            <pc:docMk/>
            <pc:sldMk cId="1612494990" sldId="263"/>
            <ac:spMk id="48" creationId="{7D2FD795-8DF5-44F0-8664-4D8F626DD85A}"/>
          </ac:spMkLst>
        </pc:spChg>
        <pc:spChg chg="add del">
          <ac:chgData name="OOI HONG LUE IVAN" userId="72bacae2-7144-492d-abea-cc5791aaa9df" providerId="ADAL" clId="{212E8FEE-B2E3-434B-95F3-4CE1CED48032}" dt="2024-11-24T12:00:28.725" v="675" actId="26606"/>
          <ac:spMkLst>
            <pc:docMk/>
            <pc:sldMk cId="1612494990" sldId="263"/>
            <ac:spMk id="62" creationId="{9D8267F7-1115-4F9A-BEF5-BB6664BCF0DB}"/>
          </ac:spMkLst>
        </pc:spChg>
        <pc:spChg chg="add del">
          <ac:chgData name="OOI HONG LUE IVAN" userId="72bacae2-7144-492d-abea-cc5791aaa9df" providerId="ADAL" clId="{212E8FEE-B2E3-434B-95F3-4CE1CED48032}" dt="2024-11-24T15:00:31.363" v="713" actId="26606"/>
          <ac:spMkLst>
            <pc:docMk/>
            <pc:sldMk cId="1612494990" sldId="263"/>
            <ac:spMk id="67" creationId="{7D2FD795-8DF5-44F0-8664-4D8F626DD85A}"/>
          </ac:spMkLst>
        </pc:spChg>
        <pc:spChg chg="add del">
          <ac:chgData name="OOI HONG LUE IVAN" userId="72bacae2-7144-492d-abea-cc5791aaa9df" providerId="ADAL" clId="{212E8FEE-B2E3-434B-95F3-4CE1CED48032}" dt="2024-11-24T15:00:31.363" v="713" actId="26606"/>
          <ac:spMkLst>
            <pc:docMk/>
            <pc:sldMk cId="1612494990" sldId="263"/>
            <ac:spMk id="81" creationId="{9D8267F7-1115-4F9A-BEF5-BB6664BCF0DB}"/>
          </ac:spMkLst>
        </pc:spChg>
        <pc:spChg chg="add">
          <ac:chgData name="OOI HONG LUE IVAN" userId="72bacae2-7144-492d-abea-cc5791aaa9df" providerId="ADAL" clId="{212E8FEE-B2E3-434B-95F3-4CE1CED48032}" dt="2024-11-24T15:00:31.363" v="713" actId="26606"/>
          <ac:spMkLst>
            <pc:docMk/>
            <pc:sldMk cId="1612494990" sldId="263"/>
            <ac:spMk id="86" creationId="{7D2FD795-8DF5-44F0-8664-4D8F626DD85A}"/>
          </ac:spMkLst>
        </pc:spChg>
        <pc:spChg chg="add">
          <ac:chgData name="OOI HONG LUE IVAN" userId="72bacae2-7144-492d-abea-cc5791aaa9df" providerId="ADAL" clId="{212E8FEE-B2E3-434B-95F3-4CE1CED48032}" dt="2024-11-24T15:00:31.363" v="713" actId="26606"/>
          <ac:spMkLst>
            <pc:docMk/>
            <pc:sldMk cId="1612494990" sldId="263"/>
            <ac:spMk id="100" creationId="{9D8267F7-1115-4F9A-BEF5-BB6664BCF0DB}"/>
          </ac:spMkLst>
        </pc:spChg>
        <pc:grpChg chg="del">
          <ac:chgData name="OOI HONG LUE IVAN" userId="72bacae2-7144-492d-abea-cc5791aaa9df" providerId="ADAL" clId="{212E8FEE-B2E3-434B-95F3-4CE1CED48032}" dt="2024-11-24T11:59:32.489" v="670" actId="26606"/>
          <ac:grpSpMkLst>
            <pc:docMk/>
            <pc:sldMk cId="1612494990" sldId="263"/>
            <ac:grpSpMk id="31" creationId="{7C6B683D-13FA-4605-8648-01FC9C82FEC8}"/>
          </ac:grpSpMkLst>
        </pc:grpChg>
        <pc:grpChg chg="add del">
          <ac:chgData name="OOI HONG LUE IVAN" userId="72bacae2-7144-492d-abea-cc5791aaa9df" providerId="ADAL" clId="{212E8FEE-B2E3-434B-95F3-4CE1CED48032}" dt="2024-11-24T12:00:28.725" v="675" actId="26606"/>
          <ac:grpSpMkLst>
            <pc:docMk/>
            <pc:sldMk cId="1612494990" sldId="263"/>
            <ac:grpSpMk id="50" creationId="{7C6B683D-13FA-4605-8648-01FC9C82FEC8}"/>
          </ac:grpSpMkLst>
        </pc:grpChg>
        <pc:grpChg chg="add del">
          <ac:chgData name="OOI HONG LUE IVAN" userId="72bacae2-7144-492d-abea-cc5791aaa9df" providerId="ADAL" clId="{212E8FEE-B2E3-434B-95F3-4CE1CED48032}" dt="2024-11-24T15:00:31.363" v="713" actId="26606"/>
          <ac:grpSpMkLst>
            <pc:docMk/>
            <pc:sldMk cId="1612494990" sldId="263"/>
            <ac:grpSpMk id="69" creationId="{7C6B683D-13FA-4605-8648-01FC9C82FEC8}"/>
          </ac:grpSpMkLst>
        </pc:grpChg>
        <pc:grpChg chg="add">
          <ac:chgData name="OOI HONG LUE IVAN" userId="72bacae2-7144-492d-abea-cc5791aaa9df" providerId="ADAL" clId="{212E8FEE-B2E3-434B-95F3-4CE1CED48032}" dt="2024-11-24T15:00:31.363" v="713" actId="26606"/>
          <ac:grpSpMkLst>
            <pc:docMk/>
            <pc:sldMk cId="1612494990" sldId="263"/>
            <ac:grpSpMk id="88" creationId="{7C6B683D-13FA-4605-8648-01FC9C82FEC8}"/>
          </ac:grpSpMkLst>
        </pc:grpChg>
        <pc:picChg chg="del">
          <ac:chgData name="OOI HONG LUE IVAN" userId="72bacae2-7144-492d-abea-cc5791aaa9df" providerId="ADAL" clId="{212E8FEE-B2E3-434B-95F3-4CE1CED48032}" dt="2024-11-24T11:58:41.506" v="665" actId="478"/>
          <ac:picMkLst>
            <pc:docMk/>
            <pc:sldMk cId="1612494990" sldId="263"/>
            <ac:picMk id="7" creationId="{6DCDFC86-3228-BFAA-73FD-02FA657B7C8B}"/>
          </ac:picMkLst>
        </pc:picChg>
        <pc:picChg chg="add del mod modCrop">
          <ac:chgData name="OOI HONG LUE IVAN" userId="72bacae2-7144-492d-abea-cc5791aaa9df" providerId="ADAL" clId="{212E8FEE-B2E3-434B-95F3-4CE1CED48032}" dt="2024-11-24T12:00:01.942" v="671" actId="478"/>
          <ac:picMkLst>
            <pc:docMk/>
            <pc:sldMk cId="1612494990" sldId="263"/>
            <ac:picMk id="9" creationId="{6DA616CA-590E-1C80-44F9-55FD1DCAD9E0}"/>
          </ac:picMkLst>
        </pc:picChg>
        <pc:picChg chg="add del mod">
          <ac:chgData name="OOI HONG LUE IVAN" userId="72bacae2-7144-492d-abea-cc5791aaa9df" providerId="ADAL" clId="{212E8FEE-B2E3-434B-95F3-4CE1CED48032}" dt="2024-11-24T15:00:23.027" v="709" actId="478"/>
          <ac:picMkLst>
            <pc:docMk/>
            <pc:sldMk cId="1612494990" sldId="263"/>
            <ac:picMk id="11" creationId="{8F6E441A-BB8E-0F0A-F9CE-8FF744E30193}"/>
          </ac:picMkLst>
        </pc:picChg>
        <pc:picChg chg="add mod">
          <ac:chgData name="OOI HONG LUE IVAN" userId="72bacae2-7144-492d-abea-cc5791aaa9df" providerId="ADAL" clId="{212E8FEE-B2E3-434B-95F3-4CE1CED48032}" dt="2024-11-24T15:00:31.363" v="713" actId="26606"/>
          <ac:picMkLst>
            <pc:docMk/>
            <pc:sldMk cId="1612494990" sldId="263"/>
            <ac:picMk id="13" creationId="{298C34F8-0AB8-0976-6011-CE7393810DF2}"/>
          </ac:picMkLst>
        </pc:picChg>
      </pc:sldChg>
      <pc:sldChg chg="delSp modSp del mod">
        <pc:chgData name="OOI HONG LUE IVAN" userId="72bacae2-7144-492d-abea-cc5791aaa9df" providerId="ADAL" clId="{212E8FEE-B2E3-434B-95F3-4CE1CED48032}" dt="2024-11-24T15:01:40.477" v="718" actId="47"/>
        <pc:sldMkLst>
          <pc:docMk/>
          <pc:sldMk cId="1960441577" sldId="264"/>
        </pc:sldMkLst>
        <pc:spChg chg="mod">
          <ac:chgData name="OOI HONG LUE IVAN" userId="72bacae2-7144-492d-abea-cc5791aaa9df" providerId="ADAL" clId="{212E8FEE-B2E3-434B-95F3-4CE1CED48032}" dt="2024-11-24T12:03:14.823" v="682" actId="27636"/>
          <ac:spMkLst>
            <pc:docMk/>
            <pc:sldMk cId="1960441577" sldId="264"/>
            <ac:spMk id="2" creationId="{27B3A7D5-D1F5-AED3-EA90-21EC1705AB92}"/>
          </ac:spMkLst>
        </pc:spChg>
        <pc:picChg chg="del">
          <ac:chgData name="OOI HONG LUE IVAN" userId="72bacae2-7144-492d-abea-cc5791aaa9df" providerId="ADAL" clId="{212E8FEE-B2E3-434B-95F3-4CE1CED48032}" dt="2024-11-24T12:03:17.055" v="683" actId="478"/>
          <ac:picMkLst>
            <pc:docMk/>
            <pc:sldMk cId="1960441577" sldId="264"/>
            <ac:picMk id="5" creationId="{17080460-9497-6333-10F1-ADA8C6DE8F0F}"/>
          </ac:picMkLst>
        </pc:picChg>
        <pc:picChg chg="del">
          <ac:chgData name="OOI HONG LUE IVAN" userId="72bacae2-7144-492d-abea-cc5791aaa9df" providerId="ADAL" clId="{212E8FEE-B2E3-434B-95F3-4CE1CED48032}" dt="2024-11-24T12:03:19.731" v="684" actId="478"/>
          <ac:picMkLst>
            <pc:docMk/>
            <pc:sldMk cId="1960441577" sldId="264"/>
            <ac:picMk id="7" creationId="{5C91915B-EA4D-F7CA-BFE3-4EE11EF3AFCC}"/>
          </ac:picMkLst>
        </pc:picChg>
      </pc:sldChg>
      <pc:sldChg chg="modSp mod">
        <pc:chgData name="OOI HONG LUE IVAN" userId="72bacae2-7144-492d-abea-cc5791aaa9df" providerId="ADAL" clId="{212E8FEE-B2E3-434B-95F3-4CE1CED48032}" dt="2024-11-24T15:09:43.160" v="758" actId="20577"/>
        <pc:sldMkLst>
          <pc:docMk/>
          <pc:sldMk cId="3050795069" sldId="265"/>
        </pc:sldMkLst>
        <pc:spChg chg="mod">
          <ac:chgData name="OOI HONG LUE IVAN" userId="72bacae2-7144-492d-abea-cc5791aaa9df" providerId="ADAL" clId="{212E8FEE-B2E3-434B-95F3-4CE1CED48032}" dt="2024-11-24T15:09:43.160" v="758" actId="20577"/>
          <ac:spMkLst>
            <pc:docMk/>
            <pc:sldMk cId="3050795069" sldId="265"/>
            <ac:spMk id="3" creationId="{401311EB-6487-6C69-0D42-36416FEAB00E}"/>
          </ac:spMkLst>
        </pc:spChg>
      </pc:sldChg>
      <pc:sldChg chg="addSp delSp modSp mod">
        <pc:chgData name="OOI HONG LUE IVAN" userId="72bacae2-7144-492d-abea-cc5791aaa9df" providerId="ADAL" clId="{212E8FEE-B2E3-434B-95F3-4CE1CED48032}" dt="2024-11-24T16:39:46.314" v="958" actId="20577"/>
        <pc:sldMkLst>
          <pc:docMk/>
          <pc:sldMk cId="4203323886" sldId="266"/>
        </pc:sldMkLst>
        <pc:spChg chg="mod ord">
          <ac:chgData name="OOI HONG LUE IVAN" userId="72bacae2-7144-492d-abea-cc5791aaa9df" providerId="ADAL" clId="{212E8FEE-B2E3-434B-95F3-4CE1CED48032}" dt="2024-11-24T16:39:46.314" v="958" actId="20577"/>
          <ac:spMkLst>
            <pc:docMk/>
            <pc:sldMk cId="4203323886" sldId="266"/>
            <ac:spMk id="3" creationId="{A0AF737D-6231-0A0A-B047-94C23FA0FEFF}"/>
          </ac:spMkLst>
        </pc:spChg>
        <pc:spChg chg="del">
          <ac:chgData name="OOI HONG LUE IVAN" userId="72bacae2-7144-492d-abea-cc5791aaa9df" providerId="ADAL" clId="{212E8FEE-B2E3-434B-95F3-4CE1CED48032}" dt="2024-11-24T15:18:33.100" v="862" actId="26606"/>
          <ac:spMkLst>
            <pc:docMk/>
            <pc:sldMk cId="4203323886" sldId="266"/>
            <ac:spMk id="10" creationId="{7D2FD795-8DF5-44F0-8664-4D8F626DD85A}"/>
          </ac:spMkLst>
        </pc:spChg>
        <pc:spChg chg="del">
          <ac:chgData name="OOI HONG LUE IVAN" userId="72bacae2-7144-492d-abea-cc5791aaa9df" providerId="ADAL" clId="{212E8FEE-B2E3-434B-95F3-4CE1CED48032}" dt="2024-11-24T15:18:33.100" v="862" actId="26606"/>
          <ac:spMkLst>
            <pc:docMk/>
            <pc:sldMk cId="4203323886" sldId="266"/>
            <ac:spMk id="24" creationId="{9D8267F7-1115-4F9A-BEF5-BB6664BCF0DB}"/>
          </ac:spMkLst>
        </pc:spChg>
        <pc:spChg chg="add del">
          <ac:chgData name="OOI HONG LUE IVAN" userId="72bacae2-7144-492d-abea-cc5791aaa9df" providerId="ADAL" clId="{212E8FEE-B2E3-434B-95F3-4CE1CED48032}" dt="2024-11-24T16:39:24.330" v="912" actId="26606"/>
          <ac:spMkLst>
            <pc:docMk/>
            <pc:sldMk cId="4203323886" sldId="266"/>
            <ac:spMk id="29" creationId="{7D2FD795-8DF5-44F0-8664-4D8F626DD85A}"/>
          </ac:spMkLst>
        </pc:spChg>
        <pc:spChg chg="add del">
          <ac:chgData name="OOI HONG LUE IVAN" userId="72bacae2-7144-492d-abea-cc5791aaa9df" providerId="ADAL" clId="{212E8FEE-B2E3-434B-95F3-4CE1CED48032}" dt="2024-11-24T16:39:24.330" v="912" actId="26606"/>
          <ac:spMkLst>
            <pc:docMk/>
            <pc:sldMk cId="4203323886" sldId="266"/>
            <ac:spMk id="43" creationId="{9D8267F7-1115-4F9A-BEF5-BB6664BCF0DB}"/>
          </ac:spMkLst>
        </pc:spChg>
        <pc:spChg chg="add">
          <ac:chgData name="OOI HONG LUE IVAN" userId="72bacae2-7144-492d-abea-cc5791aaa9df" providerId="ADAL" clId="{212E8FEE-B2E3-434B-95F3-4CE1CED48032}" dt="2024-11-24T16:39:24.330" v="912" actId="26606"/>
          <ac:spMkLst>
            <pc:docMk/>
            <pc:sldMk cId="4203323886" sldId="266"/>
            <ac:spMk id="48" creationId="{7D2FD795-8DF5-44F0-8664-4D8F626DD85A}"/>
          </ac:spMkLst>
        </pc:spChg>
        <pc:spChg chg="add">
          <ac:chgData name="OOI HONG LUE IVAN" userId="72bacae2-7144-492d-abea-cc5791aaa9df" providerId="ADAL" clId="{212E8FEE-B2E3-434B-95F3-4CE1CED48032}" dt="2024-11-24T16:39:24.330" v="912" actId="26606"/>
          <ac:spMkLst>
            <pc:docMk/>
            <pc:sldMk cId="4203323886" sldId="266"/>
            <ac:spMk id="62" creationId="{9D8267F7-1115-4F9A-BEF5-BB6664BCF0DB}"/>
          </ac:spMkLst>
        </pc:spChg>
        <pc:grpChg chg="del">
          <ac:chgData name="OOI HONG LUE IVAN" userId="72bacae2-7144-492d-abea-cc5791aaa9df" providerId="ADAL" clId="{212E8FEE-B2E3-434B-95F3-4CE1CED48032}" dt="2024-11-24T15:18:33.100" v="862" actId="26606"/>
          <ac:grpSpMkLst>
            <pc:docMk/>
            <pc:sldMk cId="4203323886" sldId="266"/>
            <ac:grpSpMk id="12" creationId="{7C6B683D-13FA-4605-8648-01FC9C82FEC8}"/>
          </ac:grpSpMkLst>
        </pc:grpChg>
        <pc:grpChg chg="add del">
          <ac:chgData name="OOI HONG LUE IVAN" userId="72bacae2-7144-492d-abea-cc5791aaa9df" providerId="ADAL" clId="{212E8FEE-B2E3-434B-95F3-4CE1CED48032}" dt="2024-11-24T16:39:24.330" v="912" actId="26606"/>
          <ac:grpSpMkLst>
            <pc:docMk/>
            <pc:sldMk cId="4203323886" sldId="266"/>
            <ac:grpSpMk id="31" creationId="{7C6B683D-13FA-4605-8648-01FC9C82FEC8}"/>
          </ac:grpSpMkLst>
        </pc:grpChg>
        <pc:grpChg chg="add">
          <ac:chgData name="OOI HONG LUE IVAN" userId="72bacae2-7144-492d-abea-cc5791aaa9df" providerId="ADAL" clId="{212E8FEE-B2E3-434B-95F3-4CE1CED48032}" dt="2024-11-24T16:39:24.330" v="912" actId="26606"/>
          <ac:grpSpMkLst>
            <pc:docMk/>
            <pc:sldMk cId="4203323886" sldId="266"/>
            <ac:grpSpMk id="50" creationId="{7C6B683D-13FA-4605-8648-01FC9C82FEC8}"/>
          </ac:grpSpMkLst>
        </pc:grpChg>
        <pc:picChg chg="del">
          <ac:chgData name="OOI HONG LUE IVAN" userId="72bacae2-7144-492d-abea-cc5791aaa9df" providerId="ADAL" clId="{212E8FEE-B2E3-434B-95F3-4CE1CED48032}" dt="2024-11-24T15:15:40.630" v="857" actId="478"/>
          <ac:picMkLst>
            <pc:docMk/>
            <pc:sldMk cId="4203323886" sldId="266"/>
            <ac:picMk id="5" creationId="{5147B386-C134-8967-698B-4B6C56FEC653}"/>
          </ac:picMkLst>
        </pc:picChg>
        <pc:picChg chg="add del mod">
          <ac:chgData name="OOI HONG LUE IVAN" userId="72bacae2-7144-492d-abea-cc5791aaa9df" providerId="ADAL" clId="{212E8FEE-B2E3-434B-95F3-4CE1CED48032}" dt="2024-11-24T16:38:20.555" v="908" actId="478"/>
          <ac:picMkLst>
            <pc:docMk/>
            <pc:sldMk cId="4203323886" sldId="266"/>
            <ac:picMk id="6" creationId="{AEBE9560-2E25-C3BD-AC9B-2BC155868190}"/>
          </ac:picMkLst>
        </pc:picChg>
        <pc:picChg chg="add mod">
          <ac:chgData name="OOI HONG LUE IVAN" userId="72bacae2-7144-492d-abea-cc5791aaa9df" providerId="ADAL" clId="{212E8FEE-B2E3-434B-95F3-4CE1CED48032}" dt="2024-11-24T16:39:24.330" v="912" actId="26606"/>
          <ac:picMkLst>
            <pc:docMk/>
            <pc:sldMk cId="4203323886" sldId="266"/>
            <ac:picMk id="8" creationId="{0C623970-D780-8689-2E99-DAC3E14907DF}"/>
          </ac:picMkLst>
        </pc:picChg>
      </pc:sldChg>
      <pc:sldChg chg="addSp delSp modSp mod">
        <pc:chgData name="OOI HONG LUE IVAN" userId="72bacae2-7144-492d-abea-cc5791aaa9df" providerId="ADAL" clId="{212E8FEE-B2E3-434B-95F3-4CE1CED48032}" dt="2024-11-24T16:38:15.521" v="907" actId="1076"/>
        <pc:sldMkLst>
          <pc:docMk/>
          <pc:sldMk cId="4084673360" sldId="267"/>
        </pc:sldMkLst>
        <pc:picChg chg="add del mod">
          <ac:chgData name="OOI HONG LUE IVAN" userId="72bacae2-7144-492d-abea-cc5791aaa9df" providerId="ADAL" clId="{212E8FEE-B2E3-434B-95F3-4CE1CED48032}" dt="2024-11-24T16:36:14.093" v="863" actId="478"/>
          <ac:picMkLst>
            <pc:docMk/>
            <pc:sldMk cId="4084673360" sldId="267"/>
            <ac:picMk id="4" creationId="{DA824868-A954-5C19-6C0F-881041C67004}"/>
          </ac:picMkLst>
        </pc:picChg>
        <pc:picChg chg="del">
          <ac:chgData name="OOI HONG LUE IVAN" userId="72bacae2-7144-492d-abea-cc5791aaa9df" providerId="ADAL" clId="{212E8FEE-B2E3-434B-95F3-4CE1CED48032}" dt="2024-11-24T15:10:08.726" v="762" actId="478"/>
          <ac:picMkLst>
            <pc:docMk/>
            <pc:sldMk cId="4084673360" sldId="267"/>
            <ac:picMk id="5" creationId="{5A6CCAF9-19C3-C295-D1DA-F36513A04331}"/>
          </ac:picMkLst>
        </pc:picChg>
        <pc:picChg chg="del">
          <ac:chgData name="OOI HONG LUE IVAN" userId="72bacae2-7144-492d-abea-cc5791aaa9df" providerId="ADAL" clId="{212E8FEE-B2E3-434B-95F3-4CE1CED48032}" dt="2024-11-24T15:10:08.258" v="761" actId="478"/>
          <ac:picMkLst>
            <pc:docMk/>
            <pc:sldMk cId="4084673360" sldId="267"/>
            <ac:picMk id="7" creationId="{F1F9B6CB-7E2E-5BCF-386A-0D8AF3D08326}"/>
          </ac:picMkLst>
        </pc:picChg>
        <pc:picChg chg="add del mod">
          <ac:chgData name="OOI HONG LUE IVAN" userId="72bacae2-7144-492d-abea-cc5791aaa9df" providerId="ADAL" clId="{212E8FEE-B2E3-434B-95F3-4CE1CED48032}" dt="2024-11-24T16:36:59.972" v="880" actId="478"/>
          <ac:picMkLst>
            <pc:docMk/>
            <pc:sldMk cId="4084673360" sldId="267"/>
            <ac:picMk id="8" creationId="{A59DD9FB-A921-49D3-9330-C80B1A10CC9C}"/>
          </ac:picMkLst>
        </pc:picChg>
        <pc:picChg chg="del">
          <ac:chgData name="OOI HONG LUE IVAN" userId="72bacae2-7144-492d-abea-cc5791aaa9df" providerId="ADAL" clId="{212E8FEE-B2E3-434B-95F3-4CE1CED48032}" dt="2024-11-24T15:10:09.164" v="763" actId="478"/>
          <ac:picMkLst>
            <pc:docMk/>
            <pc:sldMk cId="4084673360" sldId="267"/>
            <ac:picMk id="9" creationId="{9024C251-F26D-7DAB-000B-38ADD730BA29}"/>
          </ac:picMkLst>
        </pc:picChg>
        <pc:picChg chg="del">
          <ac:chgData name="OOI HONG LUE IVAN" userId="72bacae2-7144-492d-abea-cc5791aaa9df" providerId="ADAL" clId="{212E8FEE-B2E3-434B-95F3-4CE1CED48032}" dt="2024-11-24T15:10:07.384" v="759" actId="478"/>
          <ac:picMkLst>
            <pc:docMk/>
            <pc:sldMk cId="4084673360" sldId="267"/>
            <ac:picMk id="11" creationId="{57FAFEFD-8337-9D63-0F6A-D215ED40E8C7}"/>
          </ac:picMkLst>
        </pc:picChg>
        <pc:picChg chg="add del mod">
          <ac:chgData name="OOI HONG LUE IVAN" userId="72bacae2-7144-492d-abea-cc5791aaa9df" providerId="ADAL" clId="{212E8FEE-B2E3-434B-95F3-4CE1CED48032}" dt="2024-11-24T16:36:36.915" v="872" actId="478"/>
          <ac:picMkLst>
            <pc:docMk/>
            <pc:sldMk cId="4084673360" sldId="267"/>
            <ac:picMk id="12" creationId="{FFAB93D3-D65A-5016-5A33-909E15BD4934}"/>
          </ac:picMkLst>
        </pc:picChg>
        <pc:picChg chg="del">
          <ac:chgData name="OOI HONG LUE IVAN" userId="72bacae2-7144-492d-abea-cc5791aaa9df" providerId="ADAL" clId="{212E8FEE-B2E3-434B-95F3-4CE1CED48032}" dt="2024-11-24T15:10:07.839" v="760" actId="478"/>
          <ac:picMkLst>
            <pc:docMk/>
            <pc:sldMk cId="4084673360" sldId="267"/>
            <ac:picMk id="13" creationId="{14023332-B6B6-5C4D-7FDA-6A9316FF0027}"/>
          </ac:picMkLst>
        </pc:picChg>
        <pc:picChg chg="add del mod">
          <ac:chgData name="OOI HONG LUE IVAN" userId="72bacae2-7144-492d-abea-cc5791aaa9df" providerId="ADAL" clId="{212E8FEE-B2E3-434B-95F3-4CE1CED48032}" dt="2024-11-24T16:37:37.087" v="892" actId="478"/>
          <ac:picMkLst>
            <pc:docMk/>
            <pc:sldMk cId="4084673360" sldId="267"/>
            <ac:picMk id="15" creationId="{4603F903-A302-AA2B-88B2-30907B6456E5}"/>
          </ac:picMkLst>
        </pc:picChg>
        <pc:picChg chg="add del mod">
          <ac:chgData name="OOI HONG LUE IVAN" userId="72bacae2-7144-492d-abea-cc5791aaa9df" providerId="ADAL" clId="{212E8FEE-B2E3-434B-95F3-4CE1CED48032}" dt="2024-11-24T16:38:04.688" v="900" actId="478"/>
          <ac:picMkLst>
            <pc:docMk/>
            <pc:sldMk cId="4084673360" sldId="267"/>
            <ac:picMk id="17" creationId="{489DDAA3-4F73-B925-0A2E-D68363DD6F51}"/>
          </ac:picMkLst>
        </pc:picChg>
        <pc:picChg chg="add mod">
          <ac:chgData name="OOI HONG LUE IVAN" userId="72bacae2-7144-492d-abea-cc5791aaa9df" providerId="ADAL" clId="{212E8FEE-B2E3-434B-95F3-4CE1CED48032}" dt="2024-11-24T16:36:34.794" v="871" actId="14100"/>
          <ac:picMkLst>
            <pc:docMk/>
            <pc:sldMk cId="4084673360" sldId="267"/>
            <ac:picMk id="19" creationId="{B15E6F31-0614-3ED5-A668-2EB92FAB02D4}"/>
          </ac:picMkLst>
        </pc:picChg>
        <pc:picChg chg="add mod">
          <ac:chgData name="OOI HONG LUE IVAN" userId="72bacae2-7144-492d-abea-cc5791aaa9df" providerId="ADAL" clId="{212E8FEE-B2E3-434B-95F3-4CE1CED48032}" dt="2024-11-24T16:37:22.471" v="887" actId="1076"/>
          <ac:picMkLst>
            <pc:docMk/>
            <pc:sldMk cId="4084673360" sldId="267"/>
            <ac:picMk id="21" creationId="{6C7734D9-E6A3-4A2C-7BDC-F6D1FF79D37A}"/>
          </ac:picMkLst>
        </pc:picChg>
        <pc:picChg chg="add mod">
          <ac:chgData name="OOI HONG LUE IVAN" userId="72bacae2-7144-492d-abea-cc5791aaa9df" providerId="ADAL" clId="{212E8FEE-B2E3-434B-95F3-4CE1CED48032}" dt="2024-11-24T16:37:33.303" v="891" actId="14100"/>
          <ac:picMkLst>
            <pc:docMk/>
            <pc:sldMk cId="4084673360" sldId="267"/>
            <ac:picMk id="23" creationId="{0BB51CE0-3520-7DD4-2EB5-FA0B4584007D}"/>
          </ac:picMkLst>
        </pc:picChg>
        <pc:picChg chg="add mod">
          <ac:chgData name="OOI HONG LUE IVAN" userId="72bacae2-7144-492d-abea-cc5791aaa9df" providerId="ADAL" clId="{212E8FEE-B2E3-434B-95F3-4CE1CED48032}" dt="2024-11-24T16:38:01.571" v="899" actId="1076"/>
          <ac:picMkLst>
            <pc:docMk/>
            <pc:sldMk cId="4084673360" sldId="267"/>
            <ac:picMk id="25" creationId="{51F959C2-7C7C-1AE3-588E-CD31E6AAB311}"/>
          </ac:picMkLst>
        </pc:picChg>
        <pc:picChg chg="add mod">
          <ac:chgData name="OOI HONG LUE IVAN" userId="72bacae2-7144-492d-abea-cc5791aaa9df" providerId="ADAL" clId="{212E8FEE-B2E3-434B-95F3-4CE1CED48032}" dt="2024-11-24T16:38:15.521" v="907" actId="1076"/>
          <ac:picMkLst>
            <pc:docMk/>
            <pc:sldMk cId="4084673360" sldId="267"/>
            <ac:picMk id="27" creationId="{40DABD56-56A5-2596-FACF-0A43F572FB0A}"/>
          </ac:picMkLst>
        </pc:picChg>
      </pc:sldChg>
      <pc:sldChg chg="addSp delSp modSp mod">
        <pc:chgData name="OOI HONG LUE IVAN" userId="72bacae2-7144-492d-abea-cc5791aaa9df" providerId="ADAL" clId="{212E8FEE-B2E3-434B-95F3-4CE1CED48032}" dt="2024-11-24T16:53:58.870" v="1270" actId="20577"/>
        <pc:sldMkLst>
          <pc:docMk/>
          <pc:sldMk cId="2298930231" sldId="268"/>
        </pc:sldMkLst>
        <pc:spChg chg="mod">
          <ac:chgData name="OOI HONG LUE IVAN" userId="72bacae2-7144-492d-abea-cc5791aaa9df" providerId="ADAL" clId="{212E8FEE-B2E3-434B-95F3-4CE1CED48032}" dt="2024-11-24T16:41:32.119" v="1076" actId="26606"/>
          <ac:spMkLst>
            <pc:docMk/>
            <pc:sldMk cId="2298930231" sldId="268"/>
            <ac:spMk id="2" creationId="{455AA2E3-2477-4D68-A8E3-8900A05BC00C}"/>
          </ac:spMkLst>
        </pc:spChg>
        <pc:spChg chg="mod">
          <ac:chgData name="OOI HONG LUE IVAN" userId="72bacae2-7144-492d-abea-cc5791aaa9df" providerId="ADAL" clId="{212E8FEE-B2E3-434B-95F3-4CE1CED48032}" dt="2024-11-24T16:53:58.870" v="1270" actId="20577"/>
          <ac:spMkLst>
            <pc:docMk/>
            <pc:sldMk cId="2298930231" sldId="268"/>
            <ac:spMk id="3" creationId="{CF8ADB2C-C6C7-6268-A850-E5D244D6563A}"/>
          </ac:spMkLst>
        </pc:spChg>
        <pc:spChg chg="add del">
          <ac:chgData name="OOI HONG LUE IVAN" userId="72bacae2-7144-492d-abea-cc5791aaa9df" providerId="ADAL" clId="{212E8FEE-B2E3-434B-95F3-4CE1CED48032}" dt="2024-11-24T16:41:32.119" v="1076" actId="26606"/>
          <ac:spMkLst>
            <pc:docMk/>
            <pc:sldMk cId="2298930231" sldId="268"/>
            <ac:spMk id="2057" creationId="{B807C163-87AF-4BC4-ADE2-4E5EAFEEE8CE}"/>
          </ac:spMkLst>
        </pc:spChg>
        <pc:spChg chg="add del">
          <ac:chgData name="OOI HONG LUE IVAN" userId="72bacae2-7144-492d-abea-cc5791aaa9df" providerId="ADAL" clId="{212E8FEE-B2E3-434B-95F3-4CE1CED48032}" dt="2024-11-24T16:41:32.119" v="1076" actId="26606"/>
          <ac:spMkLst>
            <pc:docMk/>
            <pc:sldMk cId="2298930231" sldId="268"/>
            <ac:spMk id="2071" creationId="{19C03209-5BD8-4B0B-847E-430FFF592586}"/>
          </ac:spMkLst>
        </pc:spChg>
        <pc:spChg chg="add del">
          <ac:chgData name="OOI HONG LUE IVAN" userId="72bacae2-7144-492d-abea-cc5791aaa9df" providerId="ADAL" clId="{212E8FEE-B2E3-434B-95F3-4CE1CED48032}" dt="2024-11-24T16:41:32.111" v="1075" actId="26606"/>
          <ac:spMkLst>
            <pc:docMk/>
            <pc:sldMk cId="2298930231" sldId="268"/>
            <ac:spMk id="3083" creationId="{97F832D9-9E09-40D4-AD67-47851A25D0B4}"/>
          </ac:spMkLst>
        </pc:spChg>
        <pc:spChg chg="add">
          <ac:chgData name="OOI HONG LUE IVAN" userId="72bacae2-7144-492d-abea-cc5791aaa9df" providerId="ADAL" clId="{212E8FEE-B2E3-434B-95F3-4CE1CED48032}" dt="2024-11-24T16:41:32.119" v="1076" actId="26606"/>
          <ac:spMkLst>
            <pc:docMk/>
            <pc:sldMk cId="2298930231" sldId="268"/>
            <ac:spMk id="3096" creationId="{B807C163-87AF-4BC4-ADE2-4E5EAFEEE8CE}"/>
          </ac:spMkLst>
        </pc:spChg>
        <pc:spChg chg="add">
          <ac:chgData name="OOI HONG LUE IVAN" userId="72bacae2-7144-492d-abea-cc5791aaa9df" providerId="ADAL" clId="{212E8FEE-B2E3-434B-95F3-4CE1CED48032}" dt="2024-11-24T16:41:32.119" v="1076" actId="26606"/>
          <ac:spMkLst>
            <pc:docMk/>
            <pc:sldMk cId="2298930231" sldId="268"/>
            <ac:spMk id="3097" creationId="{2018D2DA-B3B3-46C7-89FE-77C1647B7956}"/>
          </ac:spMkLst>
        </pc:spChg>
        <pc:grpChg chg="add del">
          <ac:chgData name="OOI HONG LUE IVAN" userId="72bacae2-7144-492d-abea-cc5791aaa9df" providerId="ADAL" clId="{212E8FEE-B2E3-434B-95F3-4CE1CED48032}" dt="2024-11-24T16:41:32.119" v="1076" actId="26606"/>
          <ac:grpSpMkLst>
            <pc:docMk/>
            <pc:sldMk cId="2298930231" sldId="268"/>
            <ac:grpSpMk id="2059" creationId="{3F696E8E-5A50-4F12-9E0B-502F85061599}"/>
          </ac:grpSpMkLst>
        </pc:grpChg>
        <pc:grpChg chg="add">
          <ac:chgData name="OOI HONG LUE IVAN" userId="72bacae2-7144-492d-abea-cc5791aaa9df" providerId="ADAL" clId="{212E8FEE-B2E3-434B-95F3-4CE1CED48032}" dt="2024-11-24T16:41:32.119" v="1076" actId="26606"/>
          <ac:grpSpMkLst>
            <pc:docMk/>
            <pc:sldMk cId="2298930231" sldId="268"/>
            <ac:grpSpMk id="3085" creationId="{3F696E8E-5A50-4F12-9E0B-502F85061599}"/>
          </ac:grpSpMkLst>
        </pc:grpChg>
        <pc:picChg chg="del">
          <ac:chgData name="OOI HONG LUE IVAN" userId="72bacae2-7144-492d-abea-cc5791aaa9df" providerId="ADAL" clId="{212E8FEE-B2E3-434B-95F3-4CE1CED48032}" dt="2024-11-24T16:41:07.388" v="1067" actId="478"/>
          <ac:picMkLst>
            <pc:docMk/>
            <pc:sldMk cId="2298930231" sldId="268"/>
            <ac:picMk id="2050" creationId="{AF782E20-D368-7E9D-46F5-5BB39EF39CC7}"/>
          </ac:picMkLst>
        </pc:picChg>
        <pc:picChg chg="add del">
          <ac:chgData name="OOI HONG LUE IVAN" userId="72bacae2-7144-492d-abea-cc5791aaa9df" providerId="ADAL" clId="{212E8FEE-B2E3-434B-95F3-4CE1CED48032}" dt="2024-11-24T16:41:19.511" v="1070" actId="478"/>
          <ac:picMkLst>
            <pc:docMk/>
            <pc:sldMk cId="2298930231" sldId="268"/>
            <ac:picMk id="2052" creationId="{591AE5C0-DE9D-1FEF-C1F5-707DC1800308}"/>
          </ac:picMkLst>
        </pc:picChg>
        <pc:picChg chg="add mod">
          <ac:chgData name="OOI HONG LUE IVAN" userId="72bacae2-7144-492d-abea-cc5791aaa9df" providerId="ADAL" clId="{212E8FEE-B2E3-434B-95F3-4CE1CED48032}" dt="2024-11-24T16:42:31.597" v="1086" actId="1076"/>
          <ac:picMkLst>
            <pc:docMk/>
            <pc:sldMk cId="2298930231" sldId="268"/>
            <ac:picMk id="3074" creationId="{426E775D-A0BD-6B01-F79C-A4A8FFFB5ABE}"/>
          </ac:picMkLst>
        </pc:picChg>
        <pc:picChg chg="add mod">
          <ac:chgData name="OOI HONG LUE IVAN" userId="72bacae2-7144-492d-abea-cc5791aaa9df" providerId="ADAL" clId="{212E8FEE-B2E3-434B-95F3-4CE1CED48032}" dt="2024-11-24T16:42:33.334" v="1087" actId="1076"/>
          <ac:picMkLst>
            <pc:docMk/>
            <pc:sldMk cId="2298930231" sldId="268"/>
            <ac:picMk id="3076" creationId="{2081BBBC-D8EF-B0C6-C2C4-3A19A121EA25}"/>
          </ac:picMkLst>
        </pc:picChg>
        <pc:picChg chg="add mod ord">
          <ac:chgData name="OOI HONG LUE IVAN" userId="72bacae2-7144-492d-abea-cc5791aaa9df" providerId="ADAL" clId="{212E8FEE-B2E3-434B-95F3-4CE1CED48032}" dt="2024-11-24T16:42:37.496" v="1088" actId="1076"/>
          <ac:picMkLst>
            <pc:docMk/>
            <pc:sldMk cId="2298930231" sldId="268"/>
            <ac:picMk id="3078" creationId="{FC9A8F7C-6B87-0F43-DD92-3A087E3128D0}"/>
          </ac:picMkLst>
        </pc:picChg>
      </pc:sldChg>
      <pc:sldChg chg="modSp mod">
        <pc:chgData name="OOI HONG LUE IVAN" userId="72bacae2-7144-492d-abea-cc5791aaa9df" providerId="ADAL" clId="{212E8FEE-B2E3-434B-95F3-4CE1CED48032}" dt="2024-11-24T17:01:06.580" v="1347"/>
        <pc:sldMkLst>
          <pc:docMk/>
          <pc:sldMk cId="2326762359" sldId="269"/>
        </pc:sldMkLst>
        <pc:spChg chg="mod">
          <ac:chgData name="OOI HONG LUE IVAN" userId="72bacae2-7144-492d-abea-cc5791aaa9df" providerId="ADAL" clId="{212E8FEE-B2E3-434B-95F3-4CE1CED48032}" dt="2024-11-24T17:01:06.580" v="1347"/>
          <ac:spMkLst>
            <pc:docMk/>
            <pc:sldMk cId="2326762359" sldId="269"/>
            <ac:spMk id="3" creationId="{379B0DEB-1519-5AC0-0049-97AF965F62C7}"/>
          </ac:spMkLst>
        </pc:spChg>
      </pc:sldChg>
      <pc:sldChg chg="addSp delSp modSp mod">
        <pc:chgData name="OOI HONG LUE IVAN" userId="72bacae2-7144-492d-abea-cc5791aaa9df" providerId="ADAL" clId="{212E8FEE-B2E3-434B-95F3-4CE1CED48032}" dt="2024-11-24T17:05:02.123" v="1558" actId="20577"/>
        <pc:sldMkLst>
          <pc:docMk/>
          <pc:sldMk cId="718235296" sldId="271"/>
        </pc:sldMkLst>
        <pc:spChg chg="mod">
          <ac:chgData name="OOI HONG LUE IVAN" userId="72bacae2-7144-492d-abea-cc5791aaa9df" providerId="ADAL" clId="{212E8FEE-B2E3-434B-95F3-4CE1CED48032}" dt="2024-11-24T17:01:50.624" v="1352" actId="26606"/>
          <ac:spMkLst>
            <pc:docMk/>
            <pc:sldMk cId="718235296" sldId="271"/>
            <ac:spMk id="2" creationId="{0A6BFB21-B8D7-822D-7705-061653301BE5}"/>
          </ac:spMkLst>
        </pc:spChg>
        <pc:spChg chg="mod">
          <ac:chgData name="OOI HONG LUE IVAN" userId="72bacae2-7144-492d-abea-cc5791aaa9df" providerId="ADAL" clId="{212E8FEE-B2E3-434B-95F3-4CE1CED48032}" dt="2024-11-24T17:05:02.123" v="1558" actId="20577"/>
          <ac:spMkLst>
            <pc:docMk/>
            <pc:sldMk cId="718235296" sldId="271"/>
            <ac:spMk id="3" creationId="{EB30E43A-E7CC-4376-1B9C-296465F85051}"/>
          </ac:spMkLst>
        </pc:spChg>
        <pc:spChg chg="del">
          <ac:chgData name="OOI HONG LUE IVAN" userId="72bacae2-7144-492d-abea-cc5791aaa9df" providerId="ADAL" clId="{212E8FEE-B2E3-434B-95F3-4CE1CED48032}" dt="2024-11-24T17:01:50.624" v="1352" actId="26606"/>
          <ac:spMkLst>
            <pc:docMk/>
            <pc:sldMk cId="718235296" sldId="271"/>
            <ac:spMk id="10" creationId="{81C8C0F4-5C44-4C3F-B321-5CB3E2BABC2C}"/>
          </ac:spMkLst>
        </pc:spChg>
        <pc:spChg chg="del">
          <ac:chgData name="OOI HONG LUE IVAN" userId="72bacae2-7144-492d-abea-cc5791aaa9df" providerId="ADAL" clId="{212E8FEE-B2E3-434B-95F3-4CE1CED48032}" dt="2024-11-24T17:01:50.624" v="1352" actId="26606"/>
          <ac:spMkLst>
            <pc:docMk/>
            <pc:sldMk cId="718235296" sldId="271"/>
            <ac:spMk id="17" creationId="{837F2C8F-CC11-4A18-AA7E-AE8C022CDCC8}"/>
          </ac:spMkLst>
        </pc:spChg>
        <pc:spChg chg="add">
          <ac:chgData name="OOI HONG LUE IVAN" userId="72bacae2-7144-492d-abea-cc5791aaa9df" providerId="ADAL" clId="{212E8FEE-B2E3-434B-95F3-4CE1CED48032}" dt="2024-11-24T17:01:50.624" v="1352" actId="26606"/>
          <ac:spMkLst>
            <pc:docMk/>
            <pc:sldMk cId="718235296" sldId="271"/>
            <ac:spMk id="22" creationId="{B807C163-87AF-4BC4-ADE2-4E5EAFEEE8CE}"/>
          </ac:spMkLst>
        </pc:spChg>
        <pc:spChg chg="add">
          <ac:chgData name="OOI HONG LUE IVAN" userId="72bacae2-7144-492d-abea-cc5791aaa9df" providerId="ADAL" clId="{212E8FEE-B2E3-434B-95F3-4CE1CED48032}" dt="2024-11-24T17:01:50.624" v="1352" actId="26606"/>
          <ac:spMkLst>
            <pc:docMk/>
            <pc:sldMk cId="718235296" sldId="271"/>
            <ac:spMk id="36" creationId="{19C03209-5BD8-4B0B-847E-430FFF592586}"/>
          </ac:spMkLst>
        </pc:spChg>
        <pc:grpChg chg="del">
          <ac:chgData name="OOI HONG LUE IVAN" userId="72bacae2-7144-492d-abea-cc5791aaa9df" providerId="ADAL" clId="{212E8FEE-B2E3-434B-95F3-4CE1CED48032}" dt="2024-11-24T17:01:50.624" v="1352" actId="26606"/>
          <ac:grpSpMkLst>
            <pc:docMk/>
            <pc:sldMk cId="718235296" sldId="271"/>
            <ac:grpSpMk id="12" creationId="{987A62DB-71D7-497D-BE1C-933ECB515A68}"/>
          </ac:grpSpMkLst>
        </pc:grpChg>
        <pc:grpChg chg="add">
          <ac:chgData name="OOI HONG LUE IVAN" userId="72bacae2-7144-492d-abea-cc5791aaa9df" providerId="ADAL" clId="{212E8FEE-B2E3-434B-95F3-4CE1CED48032}" dt="2024-11-24T17:01:50.624" v="1352" actId="26606"/>
          <ac:grpSpMkLst>
            <pc:docMk/>
            <pc:sldMk cId="718235296" sldId="271"/>
            <ac:grpSpMk id="24" creationId="{3F696E8E-5A50-4F12-9E0B-502F85061599}"/>
          </ac:grpSpMkLst>
        </pc:grpChg>
        <pc:picChg chg="del">
          <ac:chgData name="OOI HONG LUE IVAN" userId="72bacae2-7144-492d-abea-cc5791aaa9df" providerId="ADAL" clId="{212E8FEE-B2E3-434B-95F3-4CE1CED48032}" dt="2024-11-24T17:01:36.367" v="1348" actId="478"/>
          <ac:picMkLst>
            <pc:docMk/>
            <pc:sldMk cId="718235296" sldId="271"/>
            <ac:picMk id="5" creationId="{DDB34288-B0FA-2B96-E663-266F90983AB1}"/>
          </ac:picMkLst>
        </pc:picChg>
        <pc:picChg chg="add mod ord modCrop">
          <ac:chgData name="OOI HONG LUE IVAN" userId="72bacae2-7144-492d-abea-cc5791aaa9df" providerId="ADAL" clId="{212E8FEE-B2E3-434B-95F3-4CE1CED48032}" dt="2024-11-24T17:03:20.381" v="1406" actId="1076"/>
          <ac:picMkLst>
            <pc:docMk/>
            <pc:sldMk cId="718235296" sldId="271"/>
            <ac:picMk id="6" creationId="{B40A28D3-9858-2392-67B3-5E419D93D521}"/>
          </ac:picMkLst>
        </pc:picChg>
        <pc:picChg chg="add mod modCrop">
          <ac:chgData name="OOI HONG LUE IVAN" userId="72bacae2-7144-492d-abea-cc5791aaa9df" providerId="ADAL" clId="{212E8FEE-B2E3-434B-95F3-4CE1CED48032}" dt="2024-11-24T17:03:15.446" v="1405" actId="1076"/>
          <ac:picMkLst>
            <pc:docMk/>
            <pc:sldMk cId="718235296" sldId="271"/>
            <ac:picMk id="8" creationId="{C53FAC46-6CFE-FA53-4D45-B38B71D9AF4C}"/>
          </ac:picMkLst>
        </pc:picChg>
      </pc:sldChg>
      <pc:sldChg chg="modSp mod">
        <pc:chgData name="OOI HONG LUE IVAN" userId="72bacae2-7144-492d-abea-cc5791aaa9df" providerId="ADAL" clId="{212E8FEE-B2E3-434B-95F3-4CE1CED48032}" dt="2024-11-24T17:10:43.520" v="1958" actId="20577"/>
        <pc:sldMkLst>
          <pc:docMk/>
          <pc:sldMk cId="4230627920" sldId="272"/>
        </pc:sldMkLst>
        <pc:spChg chg="mod">
          <ac:chgData name="OOI HONG LUE IVAN" userId="72bacae2-7144-492d-abea-cc5791aaa9df" providerId="ADAL" clId="{212E8FEE-B2E3-434B-95F3-4CE1CED48032}" dt="2024-11-24T17:10:43.520" v="1958" actId="20577"/>
          <ac:spMkLst>
            <pc:docMk/>
            <pc:sldMk cId="4230627920" sldId="272"/>
            <ac:spMk id="3" creationId="{37B91921-4C03-FDF6-1CCC-379FE352A0C8}"/>
          </ac:spMkLst>
        </pc:spChg>
      </pc:sldChg>
      <pc:sldChg chg="new del">
        <pc:chgData name="OOI HONG LUE IVAN" userId="72bacae2-7144-492d-abea-cc5791aaa9df" providerId="ADAL" clId="{212E8FEE-B2E3-434B-95F3-4CE1CED48032}" dt="2024-11-24T17:05:26.741" v="1560" actId="47"/>
        <pc:sldMkLst>
          <pc:docMk/>
          <pc:sldMk cId="1633225921" sldId="27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0428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8421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11/24/2024</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19700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393960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313212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55008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965489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59807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78969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34472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11/24/2024</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742947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11/24/2024</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2282429762"/>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2" name="Rectangle 11">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0" name="Rectangle 19">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8" name="Rectangle 17">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37000">
                <a:schemeClr val="bg2">
                  <a:alpha val="4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2C6124F9-9DB2-3FE3-29A9-285B806176C4}"/>
              </a:ext>
            </a:extLst>
          </p:cNvPr>
          <p:cNvSpPr>
            <a:spLocks noGrp="1"/>
          </p:cNvSpPr>
          <p:nvPr>
            <p:ph type="ctrTitle"/>
          </p:nvPr>
        </p:nvSpPr>
        <p:spPr>
          <a:xfrm>
            <a:off x="540000" y="540000"/>
            <a:ext cx="4500561" cy="4259814"/>
          </a:xfrm>
        </p:spPr>
        <p:txBody>
          <a:bodyPr>
            <a:normAutofit/>
          </a:bodyPr>
          <a:lstStyle/>
          <a:p>
            <a:r>
              <a:rPr lang="en-SG" dirty="0"/>
              <a:t>AIML CA1</a:t>
            </a:r>
          </a:p>
        </p:txBody>
      </p:sp>
      <p:sp>
        <p:nvSpPr>
          <p:cNvPr id="3" name="Subtitle 2">
            <a:extLst>
              <a:ext uri="{FF2B5EF4-FFF2-40B4-BE49-F238E27FC236}">
                <a16:creationId xmlns:a16="http://schemas.microsoft.com/office/drawing/2014/main" id="{97C2AB3F-62C9-974A-719B-84FF912DCBEB}"/>
              </a:ext>
            </a:extLst>
          </p:cNvPr>
          <p:cNvSpPr>
            <a:spLocks noGrp="1"/>
          </p:cNvSpPr>
          <p:nvPr>
            <p:ph type="subTitle" idx="1"/>
          </p:nvPr>
        </p:nvSpPr>
        <p:spPr>
          <a:xfrm>
            <a:off x="540000" y="4988476"/>
            <a:ext cx="4500561" cy="1320249"/>
          </a:xfrm>
        </p:spPr>
        <p:txBody>
          <a:bodyPr>
            <a:normAutofit/>
          </a:bodyPr>
          <a:lstStyle/>
          <a:p>
            <a:r>
              <a:rPr lang="en-US" dirty="0"/>
              <a:t>PART B: </a:t>
            </a:r>
            <a:r>
              <a:rPr lang="en-SG" dirty="0"/>
              <a:t>Predicting Housing Price</a:t>
            </a:r>
          </a:p>
        </p:txBody>
      </p:sp>
      <p:grpSp>
        <p:nvGrpSpPr>
          <p:cNvPr id="25" name="Group 24">
            <a:extLst>
              <a:ext uri="{FF2B5EF4-FFF2-40B4-BE49-F238E27FC236}">
                <a16:creationId xmlns:a16="http://schemas.microsoft.com/office/drawing/2014/main" id="{3C16EB93-E299-481D-A004-769603D375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37600" y="3600"/>
            <a:ext cx="6854400" cy="6854400"/>
            <a:chOff x="0" y="3600"/>
            <a:chExt cx="6854400" cy="6854400"/>
          </a:xfrm>
        </p:grpSpPr>
        <p:sp>
          <p:nvSpPr>
            <p:cNvPr id="26" name="Oval 25">
              <a:extLst>
                <a:ext uri="{FF2B5EF4-FFF2-40B4-BE49-F238E27FC236}">
                  <a16:creationId xmlns:a16="http://schemas.microsoft.com/office/drawing/2014/main" id="{6CD13B55-E709-4E18-924B-655433A928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A3B2E1D-0135-45FF-990A-436697D207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2BD9E0F-507C-49AD-B619-B42B4D342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A blue and white triangle pattern&#10;&#10;Description automatically generated">
            <a:extLst>
              <a:ext uri="{FF2B5EF4-FFF2-40B4-BE49-F238E27FC236}">
                <a16:creationId xmlns:a16="http://schemas.microsoft.com/office/drawing/2014/main" id="{AF0E516F-9267-7632-5334-62D5CCDFFFF3}"/>
              </a:ext>
            </a:extLst>
          </p:cNvPr>
          <p:cNvPicPr>
            <a:picLocks noChangeAspect="1"/>
          </p:cNvPicPr>
          <p:nvPr/>
        </p:nvPicPr>
        <p:blipFill>
          <a:blip r:embed="rId2"/>
          <a:srcRect r="33249" b="-2"/>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Tree>
    <p:extLst>
      <p:ext uri="{BB962C8B-B14F-4D97-AF65-F5344CB8AC3E}">
        <p14:creationId xmlns:p14="http://schemas.microsoft.com/office/powerpoint/2010/main" val="163833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34" name="Rectangle 33">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7" name="Group 36">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42" name="Rectangle 41">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40" name="Rectangle 39">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Rectangle 44">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14CF955-6C3E-9C62-27F6-5553407DCCFF}"/>
              </a:ext>
            </a:extLst>
          </p:cNvPr>
          <p:cNvSpPr>
            <a:spLocks noGrp="1"/>
          </p:cNvSpPr>
          <p:nvPr>
            <p:ph type="title"/>
          </p:nvPr>
        </p:nvSpPr>
        <p:spPr>
          <a:xfrm>
            <a:off x="540000" y="540000"/>
            <a:ext cx="4500561" cy="1953501"/>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F136673F-B38B-20A1-C33A-69AA419011FE}"/>
              </a:ext>
            </a:extLst>
          </p:cNvPr>
          <p:cNvSpPr>
            <a:spLocks noGrp="1"/>
          </p:cNvSpPr>
          <p:nvPr>
            <p:ph idx="1"/>
          </p:nvPr>
        </p:nvSpPr>
        <p:spPr>
          <a:xfrm>
            <a:off x="5232400" y="540000"/>
            <a:ext cx="6408738" cy="1998000"/>
          </a:xfrm>
        </p:spPr>
        <p:txBody>
          <a:bodyPr anchor="t">
            <a:normAutofit/>
          </a:bodyPr>
          <a:lstStyle/>
          <a:p>
            <a:pPr marL="0" indent="0">
              <a:buNone/>
            </a:pPr>
            <a:r>
              <a:rPr lang="en-SG" dirty="0"/>
              <a:t>After loading the data, I did </a:t>
            </a:r>
            <a:r>
              <a:rPr lang="en-SG" dirty="0" err="1"/>
              <a:t>df.head</a:t>
            </a:r>
            <a:r>
              <a:rPr lang="en-SG" dirty="0"/>
              <a:t>() to see what the first few rows of values look like. City and Renovation Status is categorical and the rest of the data besides House ID as it is irrelevant, are numeric values</a:t>
            </a:r>
          </a:p>
        </p:txBody>
      </p:sp>
      <p:pic>
        <p:nvPicPr>
          <p:cNvPr id="5" name="Picture 4" descr="A screenshot of a computer&#10;&#10;Description automatically generated">
            <a:extLst>
              <a:ext uri="{FF2B5EF4-FFF2-40B4-BE49-F238E27FC236}">
                <a16:creationId xmlns:a16="http://schemas.microsoft.com/office/drawing/2014/main" id="{F0AB6882-B661-8F78-2D59-E3BCCFC39072}"/>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540000" y="2901605"/>
            <a:ext cx="11101135" cy="3385845"/>
          </a:xfrm>
          <a:prstGeom prst="rect">
            <a:avLst/>
          </a:prstGeom>
        </p:spPr>
      </p:pic>
    </p:spTree>
    <p:extLst>
      <p:ext uri="{BB962C8B-B14F-4D97-AF65-F5344CB8AC3E}">
        <p14:creationId xmlns:p14="http://schemas.microsoft.com/office/powerpoint/2010/main" val="4107910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1C8C0F4-5C44-4C3F-B321-5CB3E2BAB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987A62DB-71D7-497D-BE1C-933ECB515A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25125" y="3600"/>
            <a:ext cx="7266875" cy="6854400"/>
            <a:chOff x="4925125" y="3600"/>
            <a:chExt cx="7266875" cy="6854400"/>
          </a:xfrm>
        </p:grpSpPr>
        <p:sp>
          <p:nvSpPr>
            <p:cNvPr id="14" name="Oval 13">
              <a:extLst>
                <a:ext uri="{FF2B5EF4-FFF2-40B4-BE49-F238E27FC236}">
                  <a16:creationId xmlns:a16="http://schemas.microsoft.com/office/drawing/2014/main" id="{FDAC2767-A7E3-4697-90F6-443A583140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25125" y="10980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B23E396-A746-411A-8709-32ABC4DDE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105686" y="6531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135C986-CB82-4211-A910-D232B9BCA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33760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8" name="Freeform: Shape 17">
            <a:extLst>
              <a:ext uri="{FF2B5EF4-FFF2-40B4-BE49-F238E27FC236}">
                <a16:creationId xmlns:a16="http://schemas.microsoft.com/office/drawing/2014/main" id="{837F2C8F-CC11-4A18-AA7E-AE8C022CD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000" y="1"/>
            <a:ext cx="6858000" cy="6857999"/>
          </a:xfrm>
          <a:custGeom>
            <a:avLst/>
            <a:gdLst>
              <a:gd name="connsiteX0" fmla="*/ 3428961 w 6858000"/>
              <a:gd name="connsiteY0" fmla="*/ 0 h 6857999"/>
              <a:gd name="connsiteX1" fmla="*/ 3429042 w 6858000"/>
              <a:gd name="connsiteY1" fmla="*/ 0 h 6857999"/>
              <a:gd name="connsiteX2" fmla="*/ 3605457 w 6858000"/>
              <a:gd name="connsiteY2" fmla="*/ 4461 h 6857999"/>
              <a:gd name="connsiteX3" fmla="*/ 6858000 w 6858000"/>
              <a:gd name="connsiteY3" fmla="*/ 3429000 h 6857999"/>
              <a:gd name="connsiteX4" fmla="*/ 3429001 w 6858000"/>
              <a:gd name="connsiteY4" fmla="*/ 6857999 h 6857999"/>
              <a:gd name="connsiteX5" fmla="*/ 0 w 6858000"/>
              <a:gd name="connsiteY5" fmla="*/ 3429000 h 6857999"/>
              <a:gd name="connsiteX6" fmla="*/ 3252545 w 6858000"/>
              <a:gd name="connsiteY6" fmla="*/ 44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6857999">
                <a:moveTo>
                  <a:pt x="3428961" y="0"/>
                </a:moveTo>
                <a:lnTo>
                  <a:pt x="3429042" y="0"/>
                </a:lnTo>
                <a:lnTo>
                  <a:pt x="3605457" y="4461"/>
                </a:lnTo>
                <a:cubicBezTo>
                  <a:pt x="5417236" y="96300"/>
                  <a:pt x="6858000" y="1594396"/>
                  <a:pt x="6858000" y="3429000"/>
                </a:cubicBezTo>
                <a:cubicBezTo>
                  <a:pt x="6858000" y="5322784"/>
                  <a:pt x="5322784" y="6857999"/>
                  <a:pt x="3429001" y="6857999"/>
                </a:cubicBezTo>
                <a:cubicBezTo>
                  <a:pt x="1535216" y="6857999"/>
                  <a:pt x="0" y="5322784"/>
                  <a:pt x="0" y="3429000"/>
                </a:cubicBezTo>
                <a:cubicBezTo>
                  <a:pt x="0" y="1594396"/>
                  <a:pt x="1440765" y="96300"/>
                  <a:pt x="3252545" y="4461"/>
                </a:cubicBezTo>
                <a:close/>
              </a:path>
            </a:pathLst>
          </a:custGeom>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0A2C679-D14E-001B-817A-353D46FAE824}"/>
              </a:ext>
            </a:extLst>
          </p:cNvPr>
          <p:cNvSpPr>
            <a:spLocks noGrp="1"/>
          </p:cNvSpPr>
          <p:nvPr>
            <p:ph type="title"/>
          </p:nvPr>
        </p:nvSpPr>
        <p:spPr>
          <a:xfrm>
            <a:off x="540000" y="540000"/>
            <a:ext cx="4500561" cy="2181946"/>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310A6F5B-B0EC-6F69-9995-2AB1D1FC2108}"/>
              </a:ext>
            </a:extLst>
          </p:cNvPr>
          <p:cNvSpPr>
            <a:spLocks noGrp="1"/>
          </p:cNvSpPr>
          <p:nvPr>
            <p:ph idx="1"/>
          </p:nvPr>
        </p:nvSpPr>
        <p:spPr>
          <a:xfrm>
            <a:off x="550863" y="2947121"/>
            <a:ext cx="4500562" cy="3361604"/>
          </a:xfrm>
        </p:spPr>
        <p:txBody>
          <a:bodyPr anchor="t">
            <a:normAutofit/>
          </a:bodyPr>
          <a:lstStyle/>
          <a:p>
            <a:pPr marL="0" indent="0">
              <a:buNone/>
            </a:pPr>
            <a:r>
              <a:rPr lang="en-SG" dirty="0"/>
              <a:t>Next, I checked the data type of the target variable, Price and the distribution of the values. Using </a:t>
            </a:r>
            <a:r>
              <a:rPr lang="en-US" dirty="0" err="1"/>
              <a:t>df</a:t>
            </a:r>
            <a:r>
              <a:rPr lang="en-US" dirty="0"/>
              <a:t>[‘Price'].</a:t>
            </a:r>
            <a:r>
              <a:rPr lang="en-US" dirty="0" err="1"/>
              <a:t>value_counts</a:t>
            </a:r>
            <a:r>
              <a:rPr lang="en-US" dirty="0"/>
              <a:t>(), we can see that the target is a range of values </a:t>
            </a:r>
            <a:r>
              <a:rPr lang="en-US" i="0" dirty="0">
                <a:effectLst/>
              </a:rPr>
              <a:t>where, so this will be a regression task.</a:t>
            </a:r>
          </a:p>
          <a:p>
            <a:pPr marL="0" indent="0">
              <a:buNone/>
            </a:pPr>
            <a:r>
              <a:rPr lang="en-US" dirty="0"/>
              <a:t>It also shows that this is a small dataset.</a:t>
            </a:r>
            <a:endParaRPr lang="en-US" i="0" dirty="0">
              <a:effectLst/>
            </a:endParaRPr>
          </a:p>
          <a:p>
            <a:endParaRPr lang="en-SG" dirty="0"/>
          </a:p>
        </p:txBody>
      </p:sp>
      <p:pic>
        <p:nvPicPr>
          <p:cNvPr id="6" name="Picture 5" descr="A screenshot of a computer&#10;&#10;Description automatically generated">
            <a:extLst>
              <a:ext uri="{FF2B5EF4-FFF2-40B4-BE49-F238E27FC236}">
                <a16:creationId xmlns:a16="http://schemas.microsoft.com/office/drawing/2014/main" id="{50F524B5-5D27-454D-9C94-3964700E11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5000" y="1791528"/>
            <a:ext cx="3600000" cy="3274943"/>
          </a:xfrm>
          <a:prstGeom prst="rect">
            <a:avLst/>
          </a:prstGeom>
        </p:spPr>
      </p:pic>
    </p:spTree>
    <p:extLst>
      <p:ext uri="{BB962C8B-B14F-4D97-AF65-F5344CB8AC3E}">
        <p14:creationId xmlns:p14="http://schemas.microsoft.com/office/powerpoint/2010/main" val="3194977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44" name="Rectangle 43">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52" name="Rectangle 51">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50" name="Rectangle 49">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Rectangle 54">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7F8AA470-3B9F-A0F5-7661-7CB5300D685A}"/>
              </a:ext>
            </a:extLst>
          </p:cNvPr>
          <p:cNvSpPr>
            <a:spLocks noGrp="1"/>
          </p:cNvSpPr>
          <p:nvPr>
            <p:ph type="title"/>
          </p:nvPr>
        </p:nvSpPr>
        <p:spPr>
          <a:xfrm>
            <a:off x="550863" y="540000"/>
            <a:ext cx="4500561" cy="1953501"/>
          </a:xfrm>
        </p:spPr>
        <p:txBody>
          <a:bodyPr anchor="t">
            <a:normAutofit/>
          </a:bodyPr>
          <a:lstStyle/>
          <a:p>
            <a:r>
              <a:rPr lang="en-SG" dirty="0"/>
              <a:t>Data Exploration</a:t>
            </a:r>
          </a:p>
        </p:txBody>
      </p:sp>
      <p:sp>
        <p:nvSpPr>
          <p:cNvPr id="3" name="Content Placeholder 2">
            <a:extLst>
              <a:ext uri="{FF2B5EF4-FFF2-40B4-BE49-F238E27FC236}">
                <a16:creationId xmlns:a16="http://schemas.microsoft.com/office/drawing/2014/main" id="{5882E4C9-6EC2-638D-F21F-2EC2176230F0}"/>
              </a:ext>
            </a:extLst>
          </p:cNvPr>
          <p:cNvSpPr>
            <a:spLocks noGrp="1"/>
          </p:cNvSpPr>
          <p:nvPr>
            <p:ph idx="1"/>
          </p:nvPr>
        </p:nvSpPr>
        <p:spPr>
          <a:xfrm>
            <a:off x="5232400" y="540000"/>
            <a:ext cx="6408738" cy="1791847"/>
          </a:xfrm>
        </p:spPr>
        <p:txBody>
          <a:bodyPr anchor="t">
            <a:normAutofit/>
          </a:bodyPr>
          <a:lstStyle/>
          <a:p>
            <a:pPr marL="0" indent="0">
              <a:buNone/>
            </a:pPr>
            <a:r>
              <a:rPr lang="en-SG" dirty="0"/>
              <a:t>Finally, I used </a:t>
            </a:r>
            <a:r>
              <a:rPr lang="en-SG" dirty="0" err="1"/>
              <a:t>df.isnull</a:t>
            </a:r>
            <a:r>
              <a:rPr lang="en-SG" dirty="0"/>
              <a:t>().sum() to see if there was any missing values and the amount. We can see that there are no missing data. </a:t>
            </a:r>
            <a:r>
              <a:rPr lang="en-SG" dirty="0" err="1"/>
              <a:t>df.describe</a:t>
            </a:r>
            <a:r>
              <a:rPr lang="en-SG" dirty="0"/>
              <a:t>() also shows that House Area, No. of Bedrooms, No. of Toilets, and Stories do not have 0 as the minimum value, which confirms it.</a:t>
            </a:r>
          </a:p>
        </p:txBody>
      </p:sp>
      <p:pic>
        <p:nvPicPr>
          <p:cNvPr id="11" name="Picture 10" descr="A screen shot of a computer&#10;&#10;Description automatically generated">
            <a:extLst>
              <a:ext uri="{FF2B5EF4-FFF2-40B4-BE49-F238E27FC236}">
                <a16:creationId xmlns:a16="http://schemas.microsoft.com/office/drawing/2014/main" id="{2952CE83-E49D-73CC-9A9D-AFA6EBA5BF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999" y="2871847"/>
            <a:ext cx="2978570" cy="3445362"/>
          </a:xfrm>
          <a:prstGeom prst="rect">
            <a:avLst/>
          </a:prstGeom>
        </p:spPr>
      </p:pic>
      <p:pic>
        <p:nvPicPr>
          <p:cNvPr id="8" name="Picture 7" descr="A screenshot of a computer screen&#10;&#10;Description automatically generated">
            <a:extLst>
              <a:ext uri="{FF2B5EF4-FFF2-40B4-BE49-F238E27FC236}">
                <a16:creationId xmlns:a16="http://schemas.microsoft.com/office/drawing/2014/main" id="{070415E5-9527-796B-5094-01E65D888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567" y="3208909"/>
            <a:ext cx="5460568" cy="2771238"/>
          </a:xfrm>
          <a:prstGeom prst="rect">
            <a:avLst/>
          </a:prstGeom>
        </p:spPr>
      </p:pic>
    </p:spTree>
    <p:extLst>
      <p:ext uri="{BB962C8B-B14F-4D97-AF65-F5344CB8AC3E}">
        <p14:creationId xmlns:p14="http://schemas.microsoft.com/office/powerpoint/2010/main" val="3159538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70" name="Group 1069">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071" name="Rectangle 1070">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72" name="Oval 1071">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73" name="Oval 1072">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074" name="Group 1073">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079" name="Rectangle 1078">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80" name="Rectangle 1079">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75" name="Group 1074">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077" name="Rectangle 1076">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78" name="Rectangle 1077">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076" name="Rectangle 1075">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082" name="Rectangle 1081">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084" name="Rectangle 1083">
            <a:extLst>
              <a:ext uri="{FF2B5EF4-FFF2-40B4-BE49-F238E27FC236}">
                <a16:creationId xmlns:a16="http://schemas.microsoft.com/office/drawing/2014/main" id="{9B9AACA9-BD92-429F-8047-0731DB46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50E02C-3AA4-A2B5-2FCB-31192A0634B6}"/>
              </a:ext>
            </a:extLst>
          </p:cNvPr>
          <p:cNvSpPr>
            <a:spLocks noGrp="1"/>
          </p:cNvSpPr>
          <p:nvPr>
            <p:ph type="title"/>
          </p:nvPr>
        </p:nvSpPr>
        <p:spPr>
          <a:xfrm>
            <a:off x="540000" y="540000"/>
            <a:ext cx="11090272" cy="1065187"/>
          </a:xfrm>
        </p:spPr>
        <p:txBody>
          <a:bodyPr vert="horz" lIns="91440" tIns="45720" rIns="91440" bIns="45720" rtlCol="0" anchor="b">
            <a:normAutofit/>
          </a:bodyPr>
          <a:lstStyle/>
          <a:p>
            <a:pPr algn="ctr"/>
            <a:r>
              <a:rPr lang="en-US"/>
              <a:t>Data Visualisation</a:t>
            </a:r>
          </a:p>
        </p:txBody>
      </p:sp>
      <p:pic>
        <p:nvPicPr>
          <p:cNvPr id="1030" name="Picture 6">
            <a:extLst>
              <a:ext uri="{FF2B5EF4-FFF2-40B4-BE49-F238E27FC236}">
                <a16:creationId xmlns:a16="http://schemas.microsoft.com/office/drawing/2014/main" id="{15B49B5F-4B71-5697-7894-A89A21FC1AD5}"/>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tretch>
            <a:fillRect/>
          </a:stretch>
        </p:blipFill>
        <p:spPr bwMode="auto">
          <a:xfrm>
            <a:off x="540000" y="3030808"/>
            <a:ext cx="3578400" cy="30684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47E97C9-30FE-A38A-7642-5F3C8312495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tretch>
            <a:fillRect/>
          </a:stretch>
        </p:blipFill>
        <p:spPr bwMode="auto">
          <a:xfrm>
            <a:off x="4301368" y="3084483"/>
            <a:ext cx="3578400" cy="29611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D1081D1-9C5A-2B49-8951-4D71124A1AAA}"/>
              </a:ext>
            </a:extLst>
          </p:cNvPr>
          <p:cNvPicPr>
            <a:picLocks noChangeAspect="1" noChangeArrowheads="1"/>
          </p:cNvPicPr>
          <p:nvPr/>
        </p:nvPicPr>
        <p:blipFill>
          <a:blip r:embed="rId4">
            <a:alphaModFix/>
            <a:extLst>
              <a:ext uri="{28A0092B-C50C-407E-A947-70E740481C1C}">
                <a14:useLocalDpi xmlns:a14="http://schemas.microsoft.com/office/drawing/2010/main" val="0"/>
              </a:ext>
            </a:extLst>
          </a:blip>
          <a:stretch>
            <a:fillRect/>
          </a:stretch>
        </p:blipFill>
        <p:spPr bwMode="auto">
          <a:xfrm>
            <a:off x="8062736" y="3133686"/>
            <a:ext cx="3578400" cy="2862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311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89" name="Rectangle 88">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2" name="Group 91">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97" name="Rectangle 96">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95" name="Rectangle 94">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0" name="Rectangle 99">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CD191208-1DF0-78A7-0353-B0564C7E0116}"/>
              </a:ext>
            </a:extLst>
          </p:cNvPr>
          <p:cNvSpPr>
            <a:spLocks noGrp="1"/>
          </p:cNvSpPr>
          <p:nvPr>
            <p:ph type="title"/>
          </p:nvPr>
        </p:nvSpPr>
        <p:spPr>
          <a:xfrm>
            <a:off x="7086315" y="545126"/>
            <a:ext cx="4554821" cy="2186096"/>
          </a:xfrm>
        </p:spPr>
        <p:txBody>
          <a:bodyPr anchor="t">
            <a:normAutofit/>
          </a:bodyPr>
          <a:lstStyle/>
          <a:p>
            <a:r>
              <a:rPr lang="en-SG" sz="5600" dirty="0"/>
              <a:t>Data Preprocessing</a:t>
            </a:r>
          </a:p>
        </p:txBody>
      </p:sp>
      <p:pic>
        <p:nvPicPr>
          <p:cNvPr id="13" name="Picture 12" descr="A computer screen shot of a program&#10;&#10;Description automatically generated">
            <a:extLst>
              <a:ext uri="{FF2B5EF4-FFF2-40B4-BE49-F238E27FC236}">
                <a16:creationId xmlns:a16="http://schemas.microsoft.com/office/drawing/2014/main" id="{298C34F8-0AB8-0976-6011-CE7393810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00" y="1617010"/>
            <a:ext cx="6049714" cy="3614704"/>
          </a:xfrm>
          <a:prstGeom prst="rect">
            <a:avLst/>
          </a:prstGeom>
        </p:spPr>
      </p:pic>
      <p:sp>
        <p:nvSpPr>
          <p:cNvPr id="3" name="Content Placeholder 2">
            <a:extLst>
              <a:ext uri="{FF2B5EF4-FFF2-40B4-BE49-F238E27FC236}">
                <a16:creationId xmlns:a16="http://schemas.microsoft.com/office/drawing/2014/main" id="{1C245B8C-319A-BA7C-DFAB-26B5D36AB8AB}"/>
              </a:ext>
            </a:extLst>
          </p:cNvPr>
          <p:cNvSpPr>
            <a:spLocks noGrp="1"/>
          </p:cNvSpPr>
          <p:nvPr>
            <p:ph idx="1"/>
          </p:nvPr>
        </p:nvSpPr>
        <p:spPr>
          <a:xfrm>
            <a:off x="7114927" y="2160000"/>
            <a:ext cx="4537073" cy="3361604"/>
          </a:xfrm>
        </p:spPr>
        <p:txBody>
          <a:bodyPr anchor="t">
            <a:noAutofit/>
          </a:bodyPr>
          <a:lstStyle/>
          <a:p>
            <a:pPr marL="0" indent="0">
              <a:lnSpc>
                <a:spcPct val="115000"/>
              </a:lnSpc>
              <a:buNone/>
            </a:pPr>
            <a:r>
              <a:rPr lang="en-SG" sz="1500" dirty="0"/>
              <a:t>For all the numeric values, I used </a:t>
            </a:r>
            <a:r>
              <a:rPr lang="en-SG" sz="1500" dirty="0" err="1"/>
              <a:t>StandardScaler</a:t>
            </a:r>
            <a:r>
              <a:rPr lang="en-SG" sz="1500" dirty="0"/>
              <a:t> to standardize them to </a:t>
            </a:r>
            <a:r>
              <a:rPr lang="en-US" sz="1500" i="0" dirty="0">
                <a:effectLst/>
              </a:rPr>
              <a:t>prevent any single feature from dominating the learning process due to its larger magnitude.</a:t>
            </a:r>
          </a:p>
          <a:p>
            <a:pPr marL="0" indent="0">
              <a:lnSpc>
                <a:spcPct val="115000"/>
              </a:lnSpc>
              <a:buNone/>
            </a:pPr>
            <a:endParaRPr lang="en-US" sz="1500" dirty="0"/>
          </a:p>
          <a:p>
            <a:pPr marL="0" indent="0">
              <a:lnSpc>
                <a:spcPct val="115000"/>
              </a:lnSpc>
              <a:buNone/>
            </a:pPr>
            <a:r>
              <a:rPr lang="en-US" sz="1500" i="0" dirty="0">
                <a:effectLst/>
              </a:rPr>
              <a:t>For</a:t>
            </a:r>
            <a:r>
              <a:rPr lang="en-US" sz="1500" dirty="0"/>
              <a:t> City, I use </a:t>
            </a:r>
            <a:r>
              <a:rPr lang="en-US" sz="1500" dirty="0" err="1"/>
              <a:t>HotOneEncoder</a:t>
            </a:r>
            <a:r>
              <a:rPr lang="en-US" sz="1500" dirty="0"/>
              <a:t> as the values are nominal. This converts the </a:t>
            </a:r>
            <a:r>
              <a:rPr lang="en-US" sz="1500" dirty="0">
                <a:cs typeface="Arial" panose="020B0604020202020204" pitchFamily="34" charset="0"/>
              </a:rPr>
              <a:t>e</a:t>
            </a:r>
            <a:r>
              <a:rPr kumimoji="0" lang="en-US" altLang="en-US" sz="1500" b="0" i="0" u="none" strike="noStrike" cap="none" normalizeH="0" baseline="0" dirty="0">
                <a:ln>
                  <a:noFill/>
                </a:ln>
                <a:effectLst/>
                <a:cs typeface="Arial" panose="020B0604020202020204" pitchFamily="34" charset="0"/>
              </a:rPr>
              <a:t>ach unique category in the feature will be represented as a binary column, where only one column has a 1 (indicating the presence of that category) and the others have 0 </a:t>
            </a:r>
          </a:p>
          <a:p>
            <a:pPr marL="0" indent="0">
              <a:lnSpc>
                <a:spcPct val="115000"/>
              </a:lnSpc>
              <a:buNone/>
            </a:pPr>
            <a:endParaRPr lang="en-SG" sz="1500" dirty="0"/>
          </a:p>
          <a:p>
            <a:pPr marL="0" indent="0">
              <a:lnSpc>
                <a:spcPct val="115000"/>
              </a:lnSpc>
              <a:buNone/>
            </a:pPr>
            <a:r>
              <a:rPr lang="en-SG" sz="1500" dirty="0"/>
              <a:t>For Renovation Status, I use </a:t>
            </a:r>
            <a:r>
              <a:rPr lang="en-SG" sz="1500" dirty="0" err="1"/>
              <a:t>OrdinalEncoder</a:t>
            </a:r>
            <a:r>
              <a:rPr lang="en-SG" sz="1500" dirty="0"/>
              <a:t> as the values are ordinal.</a:t>
            </a:r>
            <a:endParaRPr lang="en-US" sz="1500" dirty="0"/>
          </a:p>
        </p:txBody>
      </p:sp>
    </p:spTree>
    <p:extLst>
      <p:ext uri="{BB962C8B-B14F-4D97-AF65-F5344CB8AC3E}">
        <p14:creationId xmlns:p14="http://schemas.microsoft.com/office/powerpoint/2010/main" val="161249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58143-B669-BA11-F285-9746C0F94856}"/>
              </a:ext>
            </a:extLst>
          </p:cNvPr>
          <p:cNvSpPr>
            <a:spLocks noGrp="1"/>
          </p:cNvSpPr>
          <p:nvPr>
            <p:ph type="title"/>
          </p:nvPr>
        </p:nvSpPr>
        <p:spPr/>
        <p:txBody>
          <a:bodyPr/>
          <a:lstStyle/>
          <a:p>
            <a:r>
              <a:rPr lang="en-SG" dirty="0"/>
              <a:t>Model Training and Evaluation</a:t>
            </a:r>
          </a:p>
        </p:txBody>
      </p:sp>
      <p:sp>
        <p:nvSpPr>
          <p:cNvPr id="3" name="Content Placeholder 2">
            <a:extLst>
              <a:ext uri="{FF2B5EF4-FFF2-40B4-BE49-F238E27FC236}">
                <a16:creationId xmlns:a16="http://schemas.microsoft.com/office/drawing/2014/main" id="{401311EB-6487-6C69-0D42-36416FEAB00E}"/>
              </a:ext>
            </a:extLst>
          </p:cNvPr>
          <p:cNvSpPr>
            <a:spLocks noGrp="1"/>
          </p:cNvSpPr>
          <p:nvPr>
            <p:ph idx="1"/>
          </p:nvPr>
        </p:nvSpPr>
        <p:spPr/>
        <p:txBody>
          <a:bodyPr/>
          <a:lstStyle/>
          <a:p>
            <a:pPr marL="0" indent="0">
              <a:buNone/>
            </a:pPr>
            <a:r>
              <a:rPr lang="en-SG" dirty="0"/>
              <a:t>For the models, I chose the ones commonly used and Dummy Regressor as a baseline. From the results, Dummy Regressor did poorly, </a:t>
            </a:r>
            <a:r>
              <a:rPr lang="en-US" i="0" dirty="0">
                <a:solidFill>
                  <a:srgbClr val="FFFFFF"/>
                </a:solidFill>
                <a:effectLst/>
              </a:rPr>
              <a:t>only guessing at a singular value. Linear Regression, Lasso, and Ridge all have similar values, while Random Forest is slightly lower.</a:t>
            </a:r>
          </a:p>
          <a:p>
            <a:pPr marL="0" indent="0">
              <a:buNone/>
            </a:pPr>
            <a:endParaRPr lang="en-SG" dirty="0"/>
          </a:p>
        </p:txBody>
      </p:sp>
    </p:spTree>
    <p:extLst>
      <p:ext uri="{BB962C8B-B14F-4D97-AF65-F5344CB8AC3E}">
        <p14:creationId xmlns:p14="http://schemas.microsoft.com/office/powerpoint/2010/main" val="3050795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618A-342E-7F5E-AAE5-1CEDB78F3C1F}"/>
              </a:ext>
            </a:extLst>
          </p:cNvPr>
          <p:cNvSpPr>
            <a:spLocks noGrp="1"/>
          </p:cNvSpPr>
          <p:nvPr>
            <p:ph type="title"/>
          </p:nvPr>
        </p:nvSpPr>
        <p:spPr/>
        <p:txBody>
          <a:bodyPr/>
          <a:lstStyle/>
          <a:p>
            <a:r>
              <a:rPr lang="en-SG" dirty="0"/>
              <a:t>Model Training and Evaluation</a:t>
            </a:r>
          </a:p>
        </p:txBody>
      </p:sp>
      <p:pic>
        <p:nvPicPr>
          <p:cNvPr id="19" name="Picture 18" descr="A screen shot of a graph&#10;&#10;Description automatically generated">
            <a:extLst>
              <a:ext uri="{FF2B5EF4-FFF2-40B4-BE49-F238E27FC236}">
                <a16:creationId xmlns:a16="http://schemas.microsoft.com/office/drawing/2014/main" id="{B15E6F31-0614-3ED5-A668-2EB92FAB02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273" y="1444748"/>
            <a:ext cx="2681627" cy="2443195"/>
          </a:xfrm>
          <a:prstGeom prst="rect">
            <a:avLst/>
          </a:prstGeom>
        </p:spPr>
      </p:pic>
      <p:pic>
        <p:nvPicPr>
          <p:cNvPr id="21" name="Picture 20" descr="A screen shot of a graph&#10;&#10;Description automatically generated">
            <a:extLst>
              <a:ext uri="{FF2B5EF4-FFF2-40B4-BE49-F238E27FC236}">
                <a16:creationId xmlns:a16="http://schemas.microsoft.com/office/drawing/2014/main" id="{6C7734D9-E6A3-4A2C-7BDC-F6D1FF79D3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333" y="4017972"/>
            <a:ext cx="2849767" cy="2574186"/>
          </a:xfrm>
          <a:prstGeom prst="rect">
            <a:avLst/>
          </a:prstGeom>
        </p:spPr>
      </p:pic>
      <p:pic>
        <p:nvPicPr>
          <p:cNvPr id="23" name="Picture 22" descr="A screen shot of a graph&#10;&#10;Description automatically generated">
            <a:extLst>
              <a:ext uri="{FF2B5EF4-FFF2-40B4-BE49-F238E27FC236}">
                <a16:creationId xmlns:a16="http://schemas.microsoft.com/office/drawing/2014/main" id="{0BB51CE0-3520-7DD4-2EB5-FA0B458400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1102" y="1444748"/>
            <a:ext cx="2552636" cy="2443195"/>
          </a:xfrm>
          <a:prstGeom prst="rect">
            <a:avLst/>
          </a:prstGeom>
        </p:spPr>
      </p:pic>
      <p:pic>
        <p:nvPicPr>
          <p:cNvPr id="25" name="Picture 24" descr="A screen shot of a graph&#10;&#10;Description automatically generated">
            <a:extLst>
              <a:ext uri="{FF2B5EF4-FFF2-40B4-BE49-F238E27FC236}">
                <a16:creationId xmlns:a16="http://schemas.microsoft.com/office/drawing/2014/main" id="{51F959C2-7C7C-1AE3-588E-CD31E6AAB3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3799" y="4017972"/>
            <a:ext cx="2837085" cy="2574623"/>
          </a:xfrm>
          <a:prstGeom prst="rect">
            <a:avLst/>
          </a:prstGeom>
        </p:spPr>
      </p:pic>
      <p:pic>
        <p:nvPicPr>
          <p:cNvPr id="27" name="Picture 26" descr="A screen shot of a graph&#10;&#10;Description automatically generated">
            <a:extLst>
              <a:ext uri="{FF2B5EF4-FFF2-40B4-BE49-F238E27FC236}">
                <a16:creationId xmlns:a16="http://schemas.microsoft.com/office/drawing/2014/main" id="{40DABD56-56A5-2596-FACF-0A43F572FB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5234" y="4017535"/>
            <a:ext cx="2849433" cy="2574186"/>
          </a:xfrm>
          <a:prstGeom prst="rect">
            <a:avLst/>
          </a:prstGeom>
        </p:spPr>
      </p:pic>
    </p:spTree>
    <p:extLst>
      <p:ext uri="{BB962C8B-B14F-4D97-AF65-F5344CB8AC3E}">
        <p14:creationId xmlns:p14="http://schemas.microsoft.com/office/powerpoint/2010/main" val="4084673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7D2FD795-8DF5-44F0-8664-4D8F626D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7C6B683D-13FA-4605-8648-01FC9C82FE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51" name="Rectangle 50">
              <a:extLst>
                <a:ext uri="{FF2B5EF4-FFF2-40B4-BE49-F238E27FC236}">
                  <a16:creationId xmlns:a16="http://schemas.microsoft.com/office/drawing/2014/main" id="{9852A959-AA36-4E4C-940B-F33A7BE0AB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FFC38A9-EA65-4BD6-A6E1-CAD07CCB81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9E36CA9-9013-4306-B36F-2E349B6FED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4" name="Group 53">
              <a:extLst>
                <a:ext uri="{FF2B5EF4-FFF2-40B4-BE49-F238E27FC236}">
                  <a16:creationId xmlns:a16="http://schemas.microsoft.com/office/drawing/2014/main" id="{CE8D3FFE-4362-43F6-99D3-1B83F7AD594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59" name="Rectangle 58">
                <a:extLst>
                  <a:ext uri="{FF2B5EF4-FFF2-40B4-BE49-F238E27FC236}">
                    <a16:creationId xmlns:a16="http://schemas.microsoft.com/office/drawing/2014/main" id="{F7AA39D6-8796-468A-8C18-D17C0BBF2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75967788-298A-4B75-B02F-0625E5F84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8D0FB4E1-29BE-427B-9999-B25351A07C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57" name="Rectangle 56">
                <a:extLst>
                  <a:ext uri="{FF2B5EF4-FFF2-40B4-BE49-F238E27FC236}">
                    <a16:creationId xmlns:a16="http://schemas.microsoft.com/office/drawing/2014/main" id="{39914662-C165-4AD1-89C0-F6C47C109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84C8199-BC83-4D02-8937-CF9AB0F4C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4A28F3F3-1D22-45C2-8627-C7E4E74BDD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Rectangle 61">
            <a:extLst>
              <a:ext uri="{FF2B5EF4-FFF2-40B4-BE49-F238E27FC236}">
                <a16:creationId xmlns:a16="http://schemas.microsoft.com/office/drawing/2014/main" id="{9D8267F7-1115-4F9A-BEF5-BB6664BCF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752F9C1-E7D3-C818-4F9C-4167DB3520D8}"/>
              </a:ext>
            </a:extLst>
          </p:cNvPr>
          <p:cNvSpPr>
            <a:spLocks noGrp="1"/>
          </p:cNvSpPr>
          <p:nvPr>
            <p:ph type="title"/>
          </p:nvPr>
        </p:nvSpPr>
        <p:spPr>
          <a:xfrm>
            <a:off x="7086315" y="545126"/>
            <a:ext cx="4554821" cy="2186096"/>
          </a:xfrm>
        </p:spPr>
        <p:txBody>
          <a:bodyPr anchor="t">
            <a:normAutofit/>
          </a:bodyPr>
          <a:lstStyle/>
          <a:p>
            <a:r>
              <a:rPr lang="en-SG" dirty="0"/>
              <a:t>Cross Validation</a:t>
            </a:r>
          </a:p>
        </p:txBody>
      </p:sp>
      <p:pic>
        <p:nvPicPr>
          <p:cNvPr id="8" name="Picture 7" descr="A screenshot of a computer program&#10;&#10;Description automatically generated">
            <a:extLst>
              <a:ext uri="{FF2B5EF4-FFF2-40B4-BE49-F238E27FC236}">
                <a16:creationId xmlns:a16="http://schemas.microsoft.com/office/drawing/2014/main" id="{0C623970-D780-8689-2E99-DAC3E149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0771" y="540000"/>
            <a:ext cx="3288172" cy="5768725"/>
          </a:xfrm>
          <a:prstGeom prst="rect">
            <a:avLst/>
          </a:prstGeom>
        </p:spPr>
      </p:pic>
      <p:sp>
        <p:nvSpPr>
          <p:cNvPr id="3" name="Content Placeholder 2">
            <a:extLst>
              <a:ext uri="{FF2B5EF4-FFF2-40B4-BE49-F238E27FC236}">
                <a16:creationId xmlns:a16="http://schemas.microsoft.com/office/drawing/2014/main" id="{A0AF737D-6231-0A0A-B047-94C23FA0FEFF}"/>
              </a:ext>
            </a:extLst>
          </p:cNvPr>
          <p:cNvSpPr>
            <a:spLocks noGrp="1"/>
          </p:cNvSpPr>
          <p:nvPr>
            <p:ph idx="1"/>
          </p:nvPr>
        </p:nvSpPr>
        <p:spPr>
          <a:xfrm>
            <a:off x="7104063" y="2947121"/>
            <a:ext cx="4537073" cy="3361604"/>
          </a:xfrm>
        </p:spPr>
        <p:txBody>
          <a:bodyPr anchor="t">
            <a:normAutofit/>
          </a:bodyPr>
          <a:lstStyle/>
          <a:p>
            <a:pPr marL="0" indent="0">
              <a:buNone/>
            </a:pPr>
            <a:r>
              <a:rPr lang="en-SG" dirty="0"/>
              <a:t>Using cross validation to ensure that the results were accurate. Cross validation shows similar results, with MAE having a decent improvement</a:t>
            </a:r>
          </a:p>
        </p:txBody>
      </p:sp>
    </p:spTree>
    <p:extLst>
      <p:ext uri="{BB962C8B-B14F-4D97-AF65-F5344CB8AC3E}">
        <p14:creationId xmlns:p14="http://schemas.microsoft.com/office/powerpoint/2010/main" val="420332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6" name="Rectangle 3095">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5" name="Group 3084">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3086" name="Rectangle 3085">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Oval 3086">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Oval 3087">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89" name="Group 3088">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094" name="Rectangle 3093">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5" name="Rectangle 3094">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0" name="Group 3089">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092" name="Rectangle 3091">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91" name="Rectangle 3090">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97" name="Rectangle 3096">
            <a:extLst>
              <a:ext uri="{FF2B5EF4-FFF2-40B4-BE49-F238E27FC236}">
                <a16:creationId xmlns:a16="http://schemas.microsoft.com/office/drawing/2014/main" id="{2018D2DA-B3B3-46C7-89FE-77C1647B7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6858001"/>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55AA2E3-2477-4D68-A8E3-8900A05BC00C}"/>
              </a:ext>
            </a:extLst>
          </p:cNvPr>
          <p:cNvSpPr>
            <a:spLocks noGrp="1"/>
          </p:cNvSpPr>
          <p:nvPr>
            <p:ph type="title"/>
          </p:nvPr>
        </p:nvSpPr>
        <p:spPr>
          <a:xfrm>
            <a:off x="540000" y="540000"/>
            <a:ext cx="4500561" cy="1953501"/>
          </a:xfrm>
        </p:spPr>
        <p:txBody>
          <a:bodyPr anchor="t">
            <a:normAutofit/>
          </a:bodyPr>
          <a:lstStyle/>
          <a:p>
            <a:r>
              <a:rPr lang="en-SG"/>
              <a:t>Underfitting Check</a:t>
            </a:r>
          </a:p>
        </p:txBody>
      </p:sp>
      <p:sp>
        <p:nvSpPr>
          <p:cNvPr id="3" name="Content Placeholder 2">
            <a:extLst>
              <a:ext uri="{FF2B5EF4-FFF2-40B4-BE49-F238E27FC236}">
                <a16:creationId xmlns:a16="http://schemas.microsoft.com/office/drawing/2014/main" id="{CF8ADB2C-C6C7-6268-A850-E5D244D6563A}"/>
              </a:ext>
            </a:extLst>
          </p:cNvPr>
          <p:cNvSpPr>
            <a:spLocks noGrp="1"/>
          </p:cNvSpPr>
          <p:nvPr>
            <p:ph idx="1"/>
          </p:nvPr>
        </p:nvSpPr>
        <p:spPr>
          <a:xfrm>
            <a:off x="5232400" y="540000"/>
            <a:ext cx="6408738" cy="1953501"/>
          </a:xfrm>
        </p:spPr>
        <p:txBody>
          <a:bodyPr anchor="t">
            <a:normAutofit/>
          </a:bodyPr>
          <a:lstStyle/>
          <a:p>
            <a:pPr marL="0" indent="0">
              <a:buNone/>
            </a:pPr>
            <a:r>
              <a:rPr lang="en-SG" dirty="0"/>
              <a:t>Creating a learning curve for the three models with similar scores, Linear Regression, Lasso and Ridge, I am able to check for underfitting. From the results, the models have decent training and test scores. The lower scores is probably due to the outliers and small dataset</a:t>
            </a:r>
          </a:p>
        </p:txBody>
      </p:sp>
      <p:pic>
        <p:nvPicPr>
          <p:cNvPr id="3078" name="Picture 6">
            <a:extLst>
              <a:ext uri="{FF2B5EF4-FFF2-40B4-BE49-F238E27FC236}">
                <a16:creationId xmlns:a16="http://schemas.microsoft.com/office/drawing/2014/main" id="{FC9A8F7C-6B87-0F43-DD92-3A087E3128D0}"/>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tretch>
            <a:fillRect/>
          </a:stretch>
        </p:blipFill>
        <p:spPr bwMode="auto">
          <a:xfrm>
            <a:off x="8248355" y="3496685"/>
            <a:ext cx="3578400" cy="228123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426E775D-A0BD-6B01-F79C-A4A8FFFB5ABE}"/>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tretch>
            <a:fillRect/>
          </a:stretch>
        </p:blipFill>
        <p:spPr bwMode="auto">
          <a:xfrm>
            <a:off x="364343" y="3475362"/>
            <a:ext cx="3578400" cy="22812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2081BBBC-D8EF-B0C6-C2C4-3A19A121EA25}"/>
              </a:ext>
            </a:extLst>
          </p:cNvPr>
          <p:cNvPicPr>
            <a:picLocks noChangeAspect="1" noChangeArrowheads="1"/>
          </p:cNvPicPr>
          <p:nvPr/>
        </p:nvPicPr>
        <p:blipFill>
          <a:blip r:embed="rId4">
            <a:alphaModFix/>
            <a:extLst>
              <a:ext uri="{28A0092B-C50C-407E-A947-70E740481C1C}">
                <a14:useLocalDpi xmlns:a14="http://schemas.microsoft.com/office/drawing/2010/main" val="0"/>
              </a:ext>
            </a:extLst>
          </a:blip>
          <a:stretch>
            <a:fillRect/>
          </a:stretch>
        </p:blipFill>
        <p:spPr bwMode="auto">
          <a:xfrm>
            <a:off x="4319127" y="3496685"/>
            <a:ext cx="3578400" cy="2281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930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4920-5941-9491-86C5-20C4E2197725}"/>
              </a:ext>
            </a:extLst>
          </p:cNvPr>
          <p:cNvSpPr>
            <a:spLocks noGrp="1"/>
          </p:cNvSpPr>
          <p:nvPr>
            <p:ph type="title"/>
          </p:nvPr>
        </p:nvSpPr>
        <p:spPr/>
        <p:txBody>
          <a:bodyPr/>
          <a:lstStyle/>
          <a:p>
            <a:r>
              <a:rPr lang="en-SG" dirty="0"/>
              <a:t>Hyperparameter Tuning</a:t>
            </a:r>
          </a:p>
        </p:txBody>
      </p:sp>
      <p:sp>
        <p:nvSpPr>
          <p:cNvPr id="3" name="Content Placeholder 2">
            <a:extLst>
              <a:ext uri="{FF2B5EF4-FFF2-40B4-BE49-F238E27FC236}">
                <a16:creationId xmlns:a16="http://schemas.microsoft.com/office/drawing/2014/main" id="{379B0DEB-1519-5AC0-0049-97AF965F62C7}"/>
              </a:ext>
            </a:extLst>
          </p:cNvPr>
          <p:cNvSpPr>
            <a:spLocks noGrp="1"/>
          </p:cNvSpPr>
          <p:nvPr>
            <p:ph idx="1"/>
          </p:nvPr>
        </p:nvSpPr>
        <p:spPr/>
        <p:txBody>
          <a:bodyPr/>
          <a:lstStyle/>
          <a:p>
            <a:pPr marL="0" indent="0">
              <a:buNone/>
            </a:pPr>
            <a:r>
              <a:rPr lang="en-SG" dirty="0"/>
              <a:t>I chose hyperparameters for Lasso and Ridge </a:t>
            </a:r>
            <a:r>
              <a:rPr lang="en-US" i="0" dirty="0">
                <a:solidFill>
                  <a:srgbClr val="FFFFFF"/>
                </a:solidFill>
                <a:effectLst/>
              </a:rPr>
              <a:t>to try and </a:t>
            </a:r>
            <a:r>
              <a:rPr lang="en-US" dirty="0"/>
              <a:t>balance model complexity and regularization. </a:t>
            </a:r>
            <a:r>
              <a:rPr lang="en-US" dirty="0">
                <a:solidFill>
                  <a:srgbClr val="FFFFFF"/>
                </a:solidFill>
              </a:rPr>
              <a:t>I used </a:t>
            </a:r>
            <a:r>
              <a:rPr lang="en-US" dirty="0" err="1">
                <a:solidFill>
                  <a:srgbClr val="FFFFFF"/>
                </a:solidFill>
              </a:rPr>
              <a:t>RandomizedSearchCV</a:t>
            </a:r>
            <a:r>
              <a:rPr lang="en-US" dirty="0">
                <a:solidFill>
                  <a:srgbClr val="FFFFFF"/>
                </a:solidFill>
              </a:rPr>
              <a:t> as the dataset is very small, so using </a:t>
            </a:r>
            <a:r>
              <a:rPr lang="en-US" dirty="0" err="1">
                <a:solidFill>
                  <a:srgbClr val="FFFFFF"/>
                </a:solidFill>
              </a:rPr>
              <a:t>GridSearchCV</a:t>
            </a:r>
            <a:r>
              <a:rPr lang="en-US" dirty="0">
                <a:solidFill>
                  <a:srgbClr val="FFFFFF"/>
                </a:solidFill>
              </a:rPr>
              <a:t> could lead to overfitting and high variance</a:t>
            </a:r>
            <a:endParaRPr lang="en-SG" dirty="0"/>
          </a:p>
        </p:txBody>
      </p:sp>
    </p:spTree>
    <p:extLst>
      <p:ext uri="{BB962C8B-B14F-4D97-AF65-F5344CB8AC3E}">
        <p14:creationId xmlns:p14="http://schemas.microsoft.com/office/powerpoint/2010/main" val="2326762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50AE57-9C4B-435D-3C34-F20EE42D8D6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25" name="Rectangle 24">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3" name="Rectangle 32">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1" name="Rectangle 30">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A6BFB21-B8D7-822D-7705-061653301BE5}"/>
              </a:ext>
            </a:extLst>
          </p:cNvPr>
          <p:cNvSpPr>
            <a:spLocks noGrp="1"/>
          </p:cNvSpPr>
          <p:nvPr>
            <p:ph type="title"/>
          </p:nvPr>
        </p:nvSpPr>
        <p:spPr>
          <a:xfrm>
            <a:off x="550863" y="540000"/>
            <a:ext cx="4500561" cy="1953501"/>
          </a:xfrm>
        </p:spPr>
        <p:txBody>
          <a:bodyPr anchor="t">
            <a:normAutofit/>
          </a:bodyPr>
          <a:lstStyle/>
          <a:p>
            <a:r>
              <a:rPr lang="en-SG" sz="4200"/>
              <a:t>Final Results with Hyperparameter Tuning</a:t>
            </a:r>
          </a:p>
        </p:txBody>
      </p:sp>
      <p:sp>
        <p:nvSpPr>
          <p:cNvPr id="3" name="Content Placeholder 2">
            <a:extLst>
              <a:ext uri="{FF2B5EF4-FFF2-40B4-BE49-F238E27FC236}">
                <a16:creationId xmlns:a16="http://schemas.microsoft.com/office/drawing/2014/main" id="{EB30E43A-E7CC-4376-1B9C-296465F85051}"/>
              </a:ext>
            </a:extLst>
          </p:cNvPr>
          <p:cNvSpPr>
            <a:spLocks noGrp="1"/>
          </p:cNvSpPr>
          <p:nvPr>
            <p:ph idx="1"/>
          </p:nvPr>
        </p:nvSpPr>
        <p:spPr>
          <a:xfrm>
            <a:off x="5232400" y="540000"/>
            <a:ext cx="6408738" cy="1791847"/>
          </a:xfrm>
        </p:spPr>
        <p:txBody>
          <a:bodyPr anchor="t">
            <a:normAutofit/>
          </a:bodyPr>
          <a:lstStyle/>
          <a:p>
            <a:pPr marL="0" indent="0">
              <a:buNone/>
            </a:pPr>
            <a:r>
              <a:rPr lang="en-SG" dirty="0"/>
              <a:t>From the results, Lasso had a slight improvement in both MAE and RMSE, while Ridge, had a slight improvement in MAE, but RMSE slightly worsened</a:t>
            </a:r>
          </a:p>
        </p:txBody>
      </p:sp>
      <p:pic>
        <p:nvPicPr>
          <p:cNvPr id="8" name="Picture 7" descr="A black background with white text&#10;&#10;Description automatically generated">
            <a:extLst>
              <a:ext uri="{FF2B5EF4-FFF2-40B4-BE49-F238E27FC236}">
                <a16:creationId xmlns:a16="http://schemas.microsoft.com/office/drawing/2014/main" id="{C53FAC46-6CFE-FA53-4D45-B38B71D9AF4C}"/>
              </a:ext>
            </a:extLst>
          </p:cNvPr>
          <p:cNvPicPr>
            <a:picLocks noChangeAspect="1"/>
          </p:cNvPicPr>
          <p:nvPr/>
        </p:nvPicPr>
        <p:blipFill>
          <a:blip r:embed="rId2">
            <a:extLst>
              <a:ext uri="{28A0092B-C50C-407E-A947-70E740481C1C}">
                <a14:useLocalDpi xmlns:a14="http://schemas.microsoft.com/office/drawing/2010/main" val="0"/>
              </a:ext>
            </a:extLst>
          </a:blip>
          <a:srcRect t="4847" b="9492"/>
          <a:stretch/>
        </p:blipFill>
        <p:spPr>
          <a:xfrm>
            <a:off x="5978409" y="4110041"/>
            <a:ext cx="6004236" cy="1197318"/>
          </a:xfrm>
          <a:prstGeom prst="rect">
            <a:avLst/>
          </a:prstGeom>
        </p:spPr>
      </p:pic>
      <p:pic>
        <p:nvPicPr>
          <p:cNvPr id="6" name="Picture 5">
            <a:extLst>
              <a:ext uri="{FF2B5EF4-FFF2-40B4-BE49-F238E27FC236}">
                <a16:creationId xmlns:a16="http://schemas.microsoft.com/office/drawing/2014/main" id="{B40A28D3-9858-2392-67B3-5E419D93D521}"/>
              </a:ext>
            </a:extLst>
          </p:cNvPr>
          <p:cNvPicPr>
            <a:picLocks noChangeAspect="1"/>
          </p:cNvPicPr>
          <p:nvPr/>
        </p:nvPicPr>
        <p:blipFill>
          <a:blip r:embed="rId3">
            <a:extLst>
              <a:ext uri="{28A0092B-C50C-407E-A947-70E740481C1C}">
                <a14:useLocalDpi xmlns:a14="http://schemas.microsoft.com/office/drawing/2010/main" val="0"/>
              </a:ext>
            </a:extLst>
          </a:blip>
          <a:srcRect t="2796"/>
          <a:stretch/>
        </p:blipFill>
        <p:spPr>
          <a:xfrm>
            <a:off x="207444" y="4110041"/>
            <a:ext cx="5588244" cy="1209552"/>
          </a:xfrm>
          <a:prstGeom prst="rect">
            <a:avLst/>
          </a:prstGeom>
        </p:spPr>
      </p:pic>
    </p:spTree>
    <p:extLst>
      <p:ext uri="{BB962C8B-B14F-4D97-AF65-F5344CB8AC3E}">
        <p14:creationId xmlns:p14="http://schemas.microsoft.com/office/powerpoint/2010/main" val="718235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C8B6A-CE8A-7724-B6C8-1C2C10BF8502}"/>
              </a:ext>
            </a:extLst>
          </p:cNvPr>
          <p:cNvSpPr>
            <a:spLocks noGrp="1"/>
          </p:cNvSpPr>
          <p:nvPr>
            <p:ph type="title"/>
          </p:nvPr>
        </p:nvSpPr>
        <p:spPr/>
        <p:txBody>
          <a:bodyPr/>
          <a:lstStyle/>
          <a:p>
            <a:r>
              <a:rPr lang="en-SG" dirty="0"/>
              <a:t>Conclusion</a:t>
            </a:r>
          </a:p>
        </p:txBody>
      </p:sp>
      <p:sp>
        <p:nvSpPr>
          <p:cNvPr id="3" name="Content Placeholder 2">
            <a:extLst>
              <a:ext uri="{FF2B5EF4-FFF2-40B4-BE49-F238E27FC236}">
                <a16:creationId xmlns:a16="http://schemas.microsoft.com/office/drawing/2014/main" id="{37B91921-4C03-FDF6-1CCC-379FE352A0C8}"/>
              </a:ext>
            </a:extLst>
          </p:cNvPr>
          <p:cNvSpPr>
            <a:spLocks noGrp="1"/>
          </p:cNvSpPr>
          <p:nvPr>
            <p:ph idx="1"/>
          </p:nvPr>
        </p:nvSpPr>
        <p:spPr/>
        <p:txBody>
          <a:bodyPr/>
          <a:lstStyle/>
          <a:p>
            <a:pPr marL="0" indent="0">
              <a:buNone/>
            </a:pPr>
            <a:r>
              <a:rPr lang="en-SG" dirty="0"/>
              <a:t>From making the machine, I have discovered how a small dataset can affect the results of a model, even without missing values. I also discovered that even though there may be outliers, sometimes they should not be removed as it represents real, valid data. Removing it could lead to erasing important variability.</a:t>
            </a:r>
          </a:p>
          <a:p>
            <a:pPr marL="0" indent="0">
              <a:buNone/>
            </a:pPr>
            <a:r>
              <a:rPr lang="en-SG" dirty="0"/>
              <a:t>Overall, both Lasso and Ridge gave a decent result, considering to </a:t>
            </a:r>
            <a:r>
              <a:rPr lang="en-SG"/>
              <a:t>small dataset.</a:t>
            </a:r>
            <a:endParaRPr lang="en-SG" dirty="0"/>
          </a:p>
        </p:txBody>
      </p:sp>
    </p:spTree>
    <p:extLst>
      <p:ext uri="{BB962C8B-B14F-4D97-AF65-F5344CB8AC3E}">
        <p14:creationId xmlns:p14="http://schemas.microsoft.com/office/powerpoint/2010/main" val="4230627920"/>
      </p:ext>
    </p:extLst>
  </p:cSld>
  <p:clrMapOvr>
    <a:masterClrMapping/>
  </p:clrMapOvr>
</p:sld>
</file>

<file path=ppt/theme/theme1.xml><?xml version="1.0" encoding="utf-8"?>
<a:theme xmlns:a="http://schemas.openxmlformats.org/drawingml/2006/main" name="GlowVTI">
  <a:themeElements>
    <a:clrScheme name="AnalogousFromRegularSeedLeftStep">
      <a:dk1>
        <a:srgbClr val="000000"/>
      </a:dk1>
      <a:lt1>
        <a:srgbClr val="FFFFFF"/>
      </a:lt1>
      <a:dk2>
        <a:srgbClr val="1B2431"/>
      </a:dk2>
      <a:lt2>
        <a:srgbClr val="F3F3F0"/>
      </a:lt2>
      <a:accent1>
        <a:srgbClr val="5429E7"/>
      </a:accent1>
      <a:accent2>
        <a:srgbClr val="1B3ED6"/>
      </a:accent2>
      <a:accent3>
        <a:srgbClr val="299CE7"/>
      </a:accent3>
      <a:accent4>
        <a:srgbClr val="15C0BC"/>
      </a:accent4>
      <a:accent5>
        <a:srgbClr val="23C57E"/>
      </a:accent5>
      <a:accent6>
        <a:srgbClr val="16C72F"/>
      </a:accent6>
      <a:hlink>
        <a:srgbClr val="7F9531"/>
      </a:hlink>
      <a:folHlink>
        <a:srgbClr val="7F7F7F"/>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emplate>AIML CA1 Part A</Template>
  <TotalTime>497</TotalTime>
  <Words>568</Words>
  <Application>Microsoft Office PowerPoint</Application>
  <PresentationFormat>Widescreen</PresentationFormat>
  <Paragraphs>30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Avenir Next LT Pro</vt:lpstr>
      <vt:lpstr>Bell MT</vt:lpstr>
      <vt:lpstr>GlowVTI</vt:lpstr>
      <vt:lpstr>AIML CA1</vt:lpstr>
      <vt:lpstr>Data Exploration</vt:lpstr>
      <vt:lpstr>Data Exploration</vt:lpstr>
      <vt:lpstr>Data Exploration</vt:lpstr>
      <vt:lpstr>Data Visualisation</vt:lpstr>
      <vt:lpstr>Data Preprocessing</vt:lpstr>
      <vt:lpstr>Model Training and Evaluation</vt:lpstr>
      <vt:lpstr>Model Training and Evaluation</vt:lpstr>
      <vt:lpstr>Cross Validation</vt:lpstr>
      <vt:lpstr>Underfitting Check</vt:lpstr>
      <vt:lpstr>Hyperparameter Tuning</vt:lpstr>
      <vt:lpstr>Final Results with Hyperparameter Tuning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OOI HONG LUE IVAN</dc:creator>
  <cp:lastModifiedBy>OOI HONG LUE IVAN</cp:lastModifiedBy>
  <cp:revision>1</cp:revision>
  <dcterms:created xsi:type="dcterms:W3CDTF">2024-11-24T08:53:30Z</dcterms:created>
  <dcterms:modified xsi:type="dcterms:W3CDTF">2024-11-24T17:10:45Z</dcterms:modified>
</cp:coreProperties>
</file>